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
  </p:notesMasterIdLst>
  <p:sldIdLst>
    <p:sldId id="503" r:id="rId2"/>
  </p:sldIdLst>
  <p:sldSz cx="21388388" cy="15124113"/>
  <p:notesSz cx="9144000" cy="6858000"/>
  <p:defaultTextStyle>
    <a:defPPr>
      <a:defRPr lang="en-US"/>
    </a:defPPr>
    <a:lvl1pPr marL="0" algn="l" defTabSz="876290" rtl="0" eaLnBrk="1" latinLnBrk="0" hangingPunct="1">
      <a:defRPr sz="3450" kern="1200">
        <a:solidFill>
          <a:schemeClr val="tx1"/>
        </a:solidFill>
        <a:latin typeface="+mn-lt"/>
        <a:ea typeface="+mn-ea"/>
        <a:cs typeface="+mn-cs"/>
      </a:defRPr>
    </a:lvl1pPr>
    <a:lvl2pPr marL="876290" algn="l" defTabSz="876290" rtl="0" eaLnBrk="1" latinLnBrk="0" hangingPunct="1">
      <a:defRPr sz="3450" kern="1200">
        <a:solidFill>
          <a:schemeClr val="tx1"/>
        </a:solidFill>
        <a:latin typeface="+mn-lt"/>
        <a:ea typeface="+mn-ea"/>
        <a:cs typeface="+mn-cs"/>
      </a:defRPr>
    </a:lvl2pPr>
    <a:lvl3pPr marL="1752579" algn="l" defTabSz="876290" rtl="0" eaLnBrk="1" latinLnBrk="0" hangingPunct="1">
      <a:defRPr sz="3450" kern="1200">
        <a:solidFill>
          <a:schemeClr val="tx1"/>
        </a:solidFill>
        <a:latin typeface="+mn-lt"/>
        <a:ea typeface="+mn-ea"/>
        <a:cs typeface="+mn-cs"/>
      </a:defRPr>
    </a:lvl3pPr>
    <a:lvl4pPr marL="2628871" algn="l" defTabSz="876290" rtl="0" eaLnBrk="1" latinLnBrk="0" hangingPunct="1">
      <a:defRPr sz="3450" kern="1200">
        <a:solidFill>
          <a:schemeClr val="tx1"/>
        </a:solidFill>
        <a:latin typeface="+mn-lt"/>
        <a:ea typeface="+mn-ea"/>
        <a:cs typeface="+mn-cs"/>
      </a:defRPr>
    </a:lvl4pPr>
    <a:lvl5pPr marL="3505160" algn="l" defTabSz="876290" rtl="0" eaLnBrk="1" latinLnBrk="0" hangingPunct="1">
      <a:defRPr sz="3450" kern="1200">
        <a:solidFill>
          <a:schemeClr val="tx1"/>
        </a:solidFill>
        <a:latin typeface="+mn-lt"/>
        <a:ea typeface="+mn-ea"/>
        <a:cs typeface="+mn-cs"/>
      </a:defRPr>
    </a:lvl5pPr>
    <a:lvl6pPr marL="4381450" algn="l" defTabSz="876290" rtl="0" eaLnBrk="1" latinLnBrk="0" hangingPunct="1">
      <a:defRPr sz="3450" kern="1200">
        <a:solidFill>
          <a:schemeClr val="tx1"/>
        </a:solidFill>
        <a:latin typeface="+mn-lt"/>
        <a:ea typeface="+mn-ea"/>
        <a:cs typeface="+mn-cs"/>
      </a:defRPr>
    </a:lvl6pPr>
    <a:lvl7pPr marL="5257740" algn="l" defTabSz="876290" rtl="0" eaLnBrk="1" latinLnBrk="0" hangingPunct="1">
      <a:defRPr sz="3450" kern="1200">
        <a:solidFill>
          <a:schemeClr val="tx1"/>
        </a:solidFill>
        <a:latin typeface="+mn-lt"/>
        <a:ea typeface="+mn-ea"/>
        <a:cs typeface="+mn-cs"/>
      </a:defRPr>
    </a:lvl7pPr>
    <a:lvl8pPr marL="6134029" algn="l" defTabSz="876290" rtl="0" eaLnBrk="1" latinLnBrk="0" hangingPunct="1">
      <a:defRPr sz="3450" kern="1200">
        <a:solidFill>
          <a:schemeClr val="tx1"/>
        </a:solidFill>
        <a:latin typeface="+mn-lt"/>
        <a:ea typeface="+mn-ea"/>
        <a:cs typeface="+mn-cs"/>
      </a:defRPr>
    </a:lvl8pPr>
    <a:lvl9pPr marL="7010321" algn="l" defTabSz="876290" rtl="0" eaLnBrk="1" latinLnBrk="0" hangingPunct="1">
      <a:defRPr sz="34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764" userDrawn="1">
          <p15:clr>
            <a:srgbClr val="A4A3A4"/>
          </p15:clr>
        </p15:guide>
        <p15:guide id="2" pos="67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78" autoAdjust="0"/>
    <p:restoredTop sz="94660"/>
  </p:normalViewPr>
  <p:slideViewPr>
    <p:cSldViewPr snapToGrid="0" snapToObjects="1">
      <p:cViewPr varScale="1">
        <p:scale>
          <a:sx n="34" d="100"/>
          <a:sy n="34" d="100"/>
        </p:scale>
        <p:origin x="930" y="72"/>
      </p:cViewPr>
      <p:guideLst>
        <p:guide orient="horz" pos="4764"/>
        <p:guide pos="673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5BC070D9-CE4C-4523-84E5-2BCC360EF90C}" type="datetimeFigureOut">
              <a:rPr lang="en-US" smtClean="0"/>
              <a:t>5/21/2023</a:t>
            </a:fld>
            <a:endParaRPr lang="en-US"/>
          </a:p>
        </p:txBody>
      </p:sp>
      <p:sp>
        <p:nvSpPr>
          <p:cNvPr id="4" name="Slide Image Placeholder 3"/>
          <p:cNvSpPr>
            <a:spLocks noGrp="1" noRot="1" noChangeAspect="1"/>
          </p:cNvSpPr>
          <p:nvPr>
            <p:ph type="sldImg" idx="2"/>
          </p:nvPr>
        </p:nvSpPr>
        <p:spPr>
          <a:xfrm>
            <a:off x="2936875" y="857250"/>
            <a:ext cx="327025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1752579" rtl="0" eaLnBrk="1" latinLnBrk="0" hangingPunct="1">
      <a:defRPr sz="2300" kern="1200">
        <a:solidFill>
          <a:schemeClr val="tx1"/>
        </a:solidFill>
        <a:latin typeface="+mn-lt"/>
        <a:ea typeface="+mn-ea"/>
        <a:cs typeface="+mn-cs"/>
      </a:defRPr>
    </a:lvl1pPr>
    <a:lvl2pPr marL="876290" algn="l" defTabSz="1752579" rtl="0" eaLnBrk="1" latinLnBrk="0" hangingPunct="1">
      <a:defRPr sz="2300" kern="1200">
        <a:solidFill>
          <a:schemeClr val="tx1"/>
        </a:solidFill>
        <a:latin typeface="+mn-lt"/>
        <a:ea typeface="+mn-ea"/>
        <a:cs typeface="+mn-cs"/>
      </a:defRPr>
    </a:lvl2pPr>
    <a:lvl3pPr marL="1752579" algn="l" defTabSz="1752579" rtl="0" eaLnBrk="1" latinLnBrk="0" hangingPunct="1">
      <a:defRPr sz="2300" kern="1200">
        <a:solidFill>
          <a:schemeClr val="tx1"/>
        </a:solidFill>
        <a:latin typeface="+mn-lt"/>
        <a:ea typeface="+mn-ea"/>
        <a:cs typeface="+mn-cs"/>
      </a:defRPr>
    </a:lvl3pPr>
    <a:lvl4pPr marL="2628871" algn="l" defTabSz="1752579" rtl="0" eaLnBrk="1" latinLnBrk="0" hangingPunct="1">
      <a:defRPr sz="2300" kern="1200">
        <a:solidFill>
          <a:schemeClr val="tx1"/>
        </a:solidFill>
        <a:latin typeface="+mn-lt"/>
        <a:ea typeface="+mn-ea"/>
        <a:cs typeface="+mn-cs"/>
      </a:defRPr>
    </a:lvl4pPr>
    <a:lvl5pPr marL="3505160" algn="l" defTabSz="1752579" rtl="0" eaLnBrk="1" latinLnBrk="0" hangingPunct="1">
      <a:defRPr sz="2300" kern="1200">
        <a:solidFill>
          <a:schemeClr val="tx1"/>
        </a:solidFill>
        <a:latin typeface="+mn-lt"/>
        <a:ea typeface="+mn-ea"/>
        <a:cs typeface="+mn-cs"/>
      </a:defRPr>
    </a:lvl5pPr>
    <a:lvl6pPr marL="4381450" algn="l" defTabSz="1752579" rtl="0" eaLnBrk="1" latinLnBrk="0" hangingPunct="1">
      <a:defRPr sz="2300" kern="1200">
        <a:solidFill>
          <a:schemeClr val="tx1"/>
        </a:solidFill>
        <a:latin typeface="+mn-lt"/>
        <a:ea typeface="+mn-ea"/>
        <a:cs typeface="+mn-cs"/>
      </a:defRPr>
    </a:lvl6pPr>
    <a:lvl7pPr marL="5257740" algn="l" defTabSz="1752579" rtl="0" eaLnBrk="1" latinLnBrk="0" hangingPunct="1">
      <a:defRPr sz="2300" kern="1200">
        <a:solidFill>
          <a:schemeClr val="tx1"/>
        </a:solidFill>
        <a:latin typeface="+mn-lt"/>
        <a:ea typeface="+mn-ea"/>
        <a:cs typeface="+mn-cs"/>
      </a:defRPr>
    </a:lvl7pPr>
    <a:lvl8pPr marL="6134029" algn="l" defTabSz="1752579" rtl="0" eaLnBrk="1" latinLnBrk="0" hangingPunct="1">
      <a:defRPr sz="2300" kern="1200">
        <a:solidFill>
          <a:schemeClr val="tx1"/>
        </a:solidFill>
        <a:latin typeface="+mn-lt"/>
        <a:ea typeface="+mn-ea"/>
        <a:cs typeface="+mn-cs"/>
      </a:defRPr>
    </a:lvl8pPr>
    <a:lvl9pPr marL="7010321" algn="l" defTabSz="1752579" rtl="0" eaLnBrk="1" latinLnBrk="0" hangingPunct="1">
      <a:defRPr sz="2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4F075A-9D75-2B48-9A54-E569C7FF800C}" type="datetime1">
              <a:rPr lang="en-US" smtClean="0"/>
              <a:t>5/21/2023</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3"/>
            <a:ext cx="21388388" cy="1884997"/>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77"/>
            </a:p>
          </p:txBody>
        </p:sp>
        <p:sp>
          <p:nvSpPr>
            <p:cNvPr id="9" name="TextBox 8"/>
            <p:cNvSpPr txBox="1"/>
            <p:nvPr/>
          </p:nvSpPr>
          <p:spPr>
            <a:xfrm>
              <a:off x="6413360" y="241270"/>
              <a:ext cx="2519624" cy="365067"/>
            </a:xfrm>
            <a:prstGeom prst="rect">
              <a:avLst/>
            </a:prstGeom>
            <a:noFill/>
          </p:spPr>
          <p:txBody>
            <a:bodyPr wrap="square" rtlCol="0">
              <a:spAutoFit/>
            </a:bodyPr>
            <a:lstStyle/>
            <a:p>
              <a:r>
                <a:rPr lang="en-US" sz="2316" dirty="0">
                  <a:solidFill>
                    <a:schemeClr val="bg1"/>
                  </a:solidFill>
                  <a:latin typeface="Helvetica"/>
                  <a:cs typeface="Helvetica"/>
                </a:rPr>
                <a:t>Kwame Nkrumah University of </a:t>
              </a:r>
            </a:p>
            <a:p>
              <a:r>
                <a:rPr lang="en-US" sz="2316"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1604129" y="2417078"/>
            <a:ext cx="18180130" cy="5605372"/>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1604129" y="10291720"/>
            <a:ext cx="18180130" cy="3527041"/>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C9E489-CF82-AC41-8AC7-E64A8729DB92}" type="datetime1">
              <a:rPr lang="en-US" smtClean="0"/>
              <a:t>5/21/2023</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1" y="13830106"/>
            <a:ext cx="21388383" cy="1294005"/>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77"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977" dirty="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180382"/>
            </a:xfrm>
            <a:prstGeom prst="rect">
              <a:avLst/>
            </a:prstGeom>
            <a:noFill/>
          </p:spPr>
          <p:txBody>
            <a:bodyPr wrap="square" rtlCol="0">
              <a:spAutoFit/>
            </a:bodyPr>
            <a:lstStyle/>
            <a:p>
              <a:r>
                <a:rPr lang="en-US" sz="1985"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1069421" y="430318"/>
            <a:ext cx="19644767" cy="1307074"/>
          </a:xfrm>
          <a:prstGeom prst="rect">
            <a:avLst/>
          </a:prstGeom>
        </p:spPr>
        <p:txBody>
          <a:bodyPr/>
          <a:lstStyle>
            <a:lvl1pPr>
              <a:defRPr sz="6616">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4" y="2038469"/>
            <a:ext cx="21414985"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1069422" y="2209930"/>
            <a:ext cx="19644766" cy="11414377"/>
          </a:xfrm>
        </p:spPr>
        <p:txBody>
          <a:bodyPr/>
          <a:lstStyle>
            <a:lvl1pPr>
              <a:defRPr sz="4631"/>
            </a:lvl1pPr>
            <a:lvl2pPr>
              <a:defRPr sz="3970"/>
            </a:lvl2pPr>
            <a:lvl3pPr>
              <a:defRPr sz="3308"/>
            </a:lvl3pPr>
            <a:lvl4pPr>
              <a:defRPr sz="2977"/>
            </a:lvl4pPr>
            <a:lvl5pPr>
              <a:defRPr sz="2977"/>
            </a:lvl5pPr>
            <a:lvl6pPr>
              <a:defRPr sz="2977"/>
            </a:lvl6pPr>
            <a:lvl7pPr>
              <a:defRPr sz="2977"/>
            </a:lvl7pPr>
            <a:lvl8pPr>
              <a:defRPr sz="2977"/>
            </a:lvl8pPr>
            <a:lvl9pPr>
              <a:defRPr sz="29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152113" y="13846362"/>
            <a:ext cx="1501299" cy="805219"/>
          </a:xfrm>
        </p:spPr>
        <p:txBody>
          <a:bodyPr/>
          <a:lstStyle>
            <a:lvl1pPr>
              <a:defRPr sz="397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9535" y="9718647"/>
            <a:ext cx="18180130" cy="3003817"/>
          </a:xfrm>
          <a:prstGeom prst="rect">
            <a:avLst/>
          </a:prstGeom>
        </p:spPr>
        <p:txBody>
          <a:bodyPr anchor="t"/>
          <a:lstStyle>
            <a:lvl1pPr algn="l">
              <a:defRPr sz="6616"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1689535" y="6410246"/>
            <a:ext cx="18180130" cy="3308399"/>
          </a:xfrm>
        </p:spPr>
        <p:txBody>
          <a:bodyPr anchor="b"/>
          <a:lstStyle>
            <a:lvl1pPr marL="0" indent="0">
              <a:buNone/>
              <a:defRPr sz="3308">
                <a:solidFill>
                  <a:schemeClr val="tx1">
                    <a:tint val="75000"/>
                  </a:schemeClr>
                </a:solidFill>
              </a:defRPr>
            </a:lvl1pPr>
            <a:lvl2pPr marL="756191" indent="0">
              <a:buNone/>
              <a:defRPr sz="2977">
                <a:solidFill>
                  <a:schemeClr val="tx1">
                    <a:tint val="75000"/>
                  </a:schemeClr>
                </a:solidFill>
              </a:defRPr>
            </a:lvl2pPr>
            <a:lvl3pPr marL="1512381" indent="0">
              <a:buNone/>
              <a:defRPr sz="2646">
                <a:solidFill>
                  <a:schemeClr val="tx1">
                    <a:tint val="75000"/>
                  </a:schemeClr>
                </a:solidFill>
              </a:defRPr>
            </a:lvl3pPr>
            <a:lvl4pPr marL="2268572" indent="0">
              <a:buNone/>
              <a:defRPr sz="2316">
                <a:solidFill>
                  <a:schemeClr val="tx1">
                    <a:tint val="75000"/>
                  </a:schemeClr>
                </a:solidFill>
              </a:defRPr>
            </a:lvl4pPr>
            <a:lvl5pPr marL="3024762" indent="0">
              <a:buNone/>
              <a:defRPr sz="2316">
                <a:solidFill>
                  <a:schemeClr val="tx1">
                    <a:tint val="75000"/>
                  </a:schemeClr>
                </a:solidFill>
              </a:defRPr>
            </a:lvl5pPr>
            <a:lvl6pPr marL="3780953" indent="0">
              <a:buNone/>
              <a:defRPr sz="2316">
                <a:solidFill>
                  <a:schemeClr val="tx1">
                    <a:tint val="75000"/>
                  </a:schemeClr>
                </a:solidFill>
              </a:defRPr>
            </a:lvl6pPr>
            <a:lvl7pPr marL="4537143" indent="0">
              <a:buNone/>
              <a:defRPr sz="2316">
                <a:solidFill>
                  <a:schemeClr val="tx1">
                    <a:tint val="75000"/>
                  </a:schemeClr>
                </a:solidFill>
              </a:defRPr>
            </a:lvl7pPr>
            <a:lvl8pPr marL="5293334" indent="0">
              <a:buNone/>
              <a:defRPr sz="2316">
                <a:solidFill>
                  <a:schemeClr val="tx1">
                    <a:tint val="75000"/>
                  </a:schemeClr>
                </a:solidFill>
              </a:defRPr>
            </a:lvl8pPr>
            <a:lvl9pPr marL="6049524" indent="0">
              <a:buNone/>
              <a:defRPr sz="231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845A64-44E2-AA44-BF0A-0A6EBB813A36}" type="datetime1">
              <a:rPr lang="en-US" smtClean="0"/>
              <a:t>5/21/2023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69420" y="605665"/>
            <a:ext cx="19249549" cy="252068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069419" y="3528963"/>
            <a:ext cx="9446538" cy="9981215"/>
          </a:xfrm>
        </p:spPr>
        <p:txBody>
          <a:bodyPr/>
          <a:lstStyle>
            <a:lvl1pPr>
              <a:defRPr sz="4631"/>
            </a:lvl1pPr>
            <a:lvl2pPr>
              <a:defRPr sz="3970"/>
            </a:lvl2pPr>
            <a:lvl3pPr>
              <a:defRPr sz="3308"/>
            </a:lvl3pPr>
            <a:lvl4pPr>
              <a:defRPr sz="2977"/>
            </a:lvl4pPr>
            <a:lvl5pPr>
              <a:defRPr sz="2977"/>
            </a:lvl5pPr>
            <a:lvl6pPr>
              <a:defRPr sz="2977"/>
            </a:lvl6pPr>
            <a:lvl7pPr>
              <a:defRPr sz="2977"/>
            </a:lvl7pPr>
            <a:lvl8pPr>
              <a:defRPr sz="2977"/>
            </a:lvl8pPr>
            <a:lvl9pPr>
              <a:defRPr sz="29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872431" y="3528963"/>
            <a:ext cx="9446538" cy="9981215"/>
          </a:xfrm>
        </p:spPr>
        <p:txBody>
          <a:bodyPr/>
          <a:lstStyle>
            <a:lvl1pPr>
              <a:defRPr sz="4631"/>
            </a:lvl1pPr>
            <a:lvl2pPr>
              <a:defRPr sz="3970"/>
            </a:lvl2pPr>
            <a:lvl3pPr>
              <a:defRPr sz="3308"/>
            </a:lvl3pPr>
            <a:lvl4pPr>
              <a:defRPr sz="2977"/>
            </a:lvl4pPr>
            <a:lvl5pPr>
              <a:defRPr sz="2977"/>
            </a:lvl5pPr>
            <a:lvl6pPr>
              <a:defRPr sz="2977"/>
            </a:lvl6pPr>
            <a:lvl7pPr>
              <a:defRPr sz="2977"/>
            </a:lvl7pPr>
            <a:lvl8pPr>
              <a:defRPr sz="2977"/>
            </a:lvl8pPr>
            <a:lvl9pPr>
              <a:defRPr sz="29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A303D-75E3-FC4C-ABF8-DBE5552AD690}" type="datetime1">
              <a:rPr lang="en-US" smtClean="0"/>
              <a:t>5/21/2023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9420" y="605665"/>
            <a:ext cx="19249549" cy="2520686"/>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69420" y="3385422"/>
            <a:ext cx="9450252" cy="1410883"/>
          </a:xfrm>
        </p:spPr>
        <p:txBody>
          <a:bodyPr anchor="b"/>
          <a:lstStyle>
            <a:lvl1pPr marL="0" indent="0">
              <a:buNone/>
              <a:defRPr sz="3970" b="1"/>
            </a:lvl1pPr>
            <a:lvl2pPr marL="756191" indent="0">
              <a:buNone/>
              <a:defRPr sz="3308" b="1"/>
            </a:lvl2pPr>
            <a:lvl3pPr marL="1512381" indent="0">
              <a:buNone/>
              <a:defRPr sz="2977" b="1"/>
            </a:lvl3pPr>
            <a:lvl4pPr marL="2268572" indent="0">
              <a:buNone/>
              <a:defRPr sz="2646" b="1"/>
            </a:lvl4pPr>
            <a:lvl5pPr marL="3024762" indent="0">
              <a:buNone/>
              <a:defRPr sz="2646" b="1"/>
            </a:lvl5pPr>
            <a:lvl6pPr marL="3780953" indent="0">
              <a:buNone/>
              <a:defRPr sz="2646" b="1"/>
            </a:lvl6pPr>
            <a:lvl7pPr marL="4537143" indent="0">
              <a:buNone/>
              <a:defRPr sz="2646" b="1"/>
            </a:lvl7pPr>
            <a:lvl8pPr marL="5293334" indent="0">
              <a:buNone/>
              <a:defRPr sz="2646" b="1"/>
            </a:lvl8pPr>
            <a:lvl9pPr marL="6049524" indent="0">
              <a:buNone/>
              <a:defRPr sz="2646" b="1"/>
            </a:lvl9pPr>
          </a:lstStyle>
          <a:p>
            <a:pPr lvl="0"/>
            <a:r>
              <a:rPr lang="en-US"/>
              <a:t>Click to edit Master text styles</a:t>
            </a:r>
          </a:p>
        </p:txBody>
      </p:sp>
      <p:sp>
        <p:nvSpPr>
          <p:cNvPr id="4" name="Content Placeholder 3"/>
          <p:cNvSpPr>
            <a:spLocks noGrp="1"/>
          </p:cNvSpPr>
          <p:nvPr>
            <p:ph sz="half" idx="2"/>
          </p:nvPr>
        </p:nvSpPr>
        <p:spPr>
          <a:xfrm>
            <a:off x="1069420" y="4796305"/>
            <a:ext cx="9450252" cy="8713871"/>
          </a:xfrm>
        </p:spPr>
        <p:txBody>
          <a:bodyPr/>
          <a:lstStyle>
            <a:lvl1pPr>
              <a:defRPr sz="3970"/>
            </a:lvl1pPr>
            <a:lvl2pPr>
              <a:defRPr sz="3308"/>
            </a:lvl2pPr>
            <a:lvl3pPr>
              <a:defRPr sz="2977"/>
            </a:lvl3pPr>
            <a:lvl4pPr>
              <a:defRPr sz="2646"/>
            </a:lvl4pPr>
            <a:lvl5pPr>
              <a:defRPr sz="2646"/>
            </a:lvl5pPr>
            <a:lvl6pPr>
              <a:defRPr sz="2646"/>
            </a:lvl6pPr>
            <a:lvl7pPr>
              <a:defRPr sz="2646"/>
            </a:lvl7pPr>
            <a:lvl8pPr>
              <a:defRPr sz="2646"/>
            </a:lvl8pPr>
            <a:lvl9pPr>
              <a:defRPr sz="26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65008" y="3385422"/>
            <a:ext cx="9453965" cy="1410883"/>
          </a:xfrm>
        </p:spPr>
        <p:txBody>
          <a:bodyPr anchor="b"/>
          <a:lstStyle>
            <a:lvl1pPr marL="0" indent="0">
              <a:buNone/>
              <a:defRPr sz="3970" b="1"/>
            </a:lvl1pPr>
            <a:lvl2pPr marL="756191" indent="0">
              <a:buNone/>
              <a:defRPr sz="3308" b="1"/>
            </a:lvl2pPr>
            <a:lvl3pPr marL="1512381" indent="0">
              <a:buNone/>
              <a:defRPr sz="2977" b="1"/>
            </a:lvl3pPr>
            <a:lvl4pPr marL="2268572" indent="0">
              <a:buNone/>
              <a:defRPr sz="2646" b="1"/>
            </a:lvl4pPr>
            <a:lvl5pPr marL="3024762" indent="0">
              <a:buNone/>
              <a:defRPr sz="2646" b="1"/>
            </a:lvl5pPr>
            <a:lvl6pPr marL="3780953" indent="0">
              <a:buNone/>
              <a:defRPr sz="2646" b="1"/>
            </a:lvl6pPr>
            <a:lvl7pPr marL="4537143" indent="0">
              <a:buNone/>
              <a:defRPr sz="2646" b="1"/>
            </a:lvl7pPr>
            <a:lvl8pPr marL="5293334" indent="0">
              <a:buNone/>
              <a:defRPr sz="2646" b="1"/>
            </a:lvl8pPr>
            <a:lvl9pPr marL="6049524" indent="0">
              <a:buNone/>
              <a:defRPr sz="2646" b="1"/>
            </a:lvl9pPr>
          </a:lstStyle>
          <a:p>
            <a:pPr lvl="0"/>
            <a:r>
              <a:rPr lang="en-US"/>
              <a:t>Click to edit Master text styles</a:t>
            </a:r>
          </a:p>
        </p:txBody>
      </p:sp>
      <p:sp>
        <p:nvSpPr>
          <p:cNvPr id="6" name="Content Placeholder 5"/>
          <p:cNvSpPr>
            <a:spLocks noGrp="1"/>
          </p:cNvSpPr>
          <p:nvPr>
            <p:ph sz="quarter" idx="4"/>
          </p:nvPr>
        </p:nvSpPr>
        <p:spPr>
          <a:xfrm>
            <a:off x="10865008" y="4796305"/>
            <a:ext cx="9453965" cy="8713871"/>
          </a:xfrm>
        </p:spPr>
        <p:txBody>
          <a:bodyPr/>
          <a:lstStyle>
            <a:lvl1pPr>
              <a:defRPr sz="3970"/>
            </a:lvl1pPr>
            <a:lvl2pPr>
              <a:defRPr sz="3308"/>
            </a:lvl2pPr>
            <a:lvl3pPr>
              <a:defRPr sz="2977"/>
            </a:lvl3pPr>
            <a:lvl4pPr>
              <a:defRPr sz="2646"/>
            </a:lvl4pPr>
            <a:lvl5pPr>
              <a:defRPr sz="2646"/>
            </a:lvl5pPr>
            <a:lvl6pPr>
              <a:defRPr sz="2646"/>
            </a:lvl6pPr>
            <a:lvl7pPr>
              <a:defRPr sz="2646"/>
            </a:lvl7pPr>
            <a:lvl8pPr>
              <a:defRPr sz="2646"/>
            </a:lvl8pPr>
            <a:lvl9pPr>
              <a:defRPr sz="26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4B1834-423E-B246-A5D3-FE019AB1BCCC}" type="datetime1">
              <a:rPr lang="en-US" smtClean="0"/>
              <a:t>5/21/2023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69420" y="605665"/>
            <a:ext cx="19249549" cy="252068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2587CF7D-DEA7-4646-BF5A-8F86F47F55E0}" type="datetime1">
              <a:rPr lang="en-US" smtClean="0"/>
              <a:t>5/21/2023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EB0E7-5ABD-4248-BC89-2EF7B115D306}" type="datetime1">
              <a:rPr lang="en-US" smtClean="0"/>
              <a:t>5/21/2023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421" y="602164"/>
            <a:ext cx="7036632" cy="2562697"/>
          </a:xfrm>
          <a:prstGeom prst="rect">
            <a:avLst/>
          </a:prstGeom>
        </p:spPr>
        <p:txBody>
          <a:bodyPr anchor="b"/>
          <a:lstStyle>
            <a:lvl1pPr algn="l">
              <a:defRPr sz="3308" b="1"/>
            </a:lvl1pPr>
          </a:lstStyle>
          <a:p>
            <a:r>
              <a:rPr lang="en-US"/>
              <a:t>Click to edit Master title style</a:t>
            </a:r>
          </a:p>
        </p:txBody>
      </p:sp>
      <p:sp>
        <p:nvSpPr>
          <p:cNvPr id="3" name="Content Placeholder 2"/>
          <p:cNvSpPr>
            <a:spLocks noGrp="1"/>
          </p:cNvSpPr>
          <p:nvPr>
            <p:ph idx="1"/>
          </p:nvPr>
        </p:nvSpPr>
        <p:spPr>
          <a:xfrm>
            <a:off x="8362266" y="602167"/>
            <a:ext cx="11956703" cy="12908011"/>
          </a:xfrm>
        </p:spPr>
        <p:txBody>
          <a:bodyPr/>
          <a:lstStyle>
            <a:lvl1pPr>
              <a:defRPr sz="5293"/>
            </a:lvl1pPr>
            <a:lvl2pPr>
              <a:defRPr sz="4631"/>
            </a:lvl2pPr>
            <a:lvl3pPr>
              <a:defRPr sz="3970"/>
            </a:lvl3pPr>
            <a:lvl4pPr>
              <a:defRPr sz="3308"/>
            </a:lvl4pPr>
            <a:lvl5pPr>
              <a:defRPr sz="3308"/>
            </a:lvl5pPr>
            <a:lvl6pPr>
              <a:defRPr sz="3308"/>
            </a:lvl6pPr>
            <a:lvl7pPr>
              <a:defRPr sz="3308"/>
            </a:lvl7pPr>
            <a:lvl8pPr>
              <a:defRPr sz="3308"/>
            </a:lvl8pPr>
            <a:lvl9pPr>
              <a:defRPr sz="330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69421" y="3164864"/>
            <a:ext cx="7036632" cy="10345314"/>
          </a:xfrm>
        </p:spPr>
        <p:txBody>
          <a:bodyPr/>
          <a:lstStyle>
            <a:lvl1pPr marL="0" indent="0">
              <a:buNone/>
              <a:defRPr sz="2316"/>
            </a:lvl1pPr>
            <a:lvl2pPr marL="756191" indent="0">
              <a:buNone/>
              <a:defRPr sz="1985"/>
            </a:lvl2pPr>
            <a:lvl3pPr marL="1512381" indent="0">
              <a:buNone/>
              <a:defRPr sz="1654"/>
            </a:lvl3pPr>
            <a:lvl4pPr marL="2268572" indent="0">
              <a:buNone/>
              <a:defRPr sz="1489"/>
            </a:lvl4pPr>
            <a:lvl5pPr marL="3024762" indent="0">
              <a:buNone/>
              <a:defRPr sz="1489"/>
            </a:lvl5pPr>
            <a:lvl6pPr marL="3780953" indent="0">
              <a:buNone/>
              <a:defRPr sz="1489"/>
            </a:lvl6pPr>
            <a:lvl7pPr marL="4537143" indent="0">
              <a:buNone/>
              <a:defRPr sz="1489"/>
            </a:lvl7pPr>
            <a:lvl8pPr marL="5293334" indent="0">
              <a:buNone/>
              <a:defRPr sz="1489"/>
            </a:lvl8pPr>
            <a:lvl9pPr marL="6049524" indent="0">
              <a:buNone/>
              <a:defRPr sz="1489"/>
            </a:lvl9pPr>
          </a:lstStyle>
          <a:p>
            <a:pPr lvl="0"/>
            <a:r>
              <a:rPr lang="en-US"/>
              <a:t>Click to edit Master text styles</a:t>
            </a:r>
          </a:p>
        </p:txBody>
      </p:sp>
      <p:sp>
        <p:nvSpPr>
          <p:cNvPr id="5" name="Date Placeholder 4"/>
          <p:cNvSpPr>
            <a:spLocks noGrp="1"/>
          </p:cNvSpPr>
          <p:nvPr>
            <p:ph type="dt" sz="half" idx="10"/>
          </p:nvPr>
        </p:nvSpPr>
        <p:spPr/>
        <p:txBody>
          <a:bodyPr/>
          <a:lstStyle/>
          <a:p>
            <a:fld id="{88125B47-57AB-1847-9A5E-9D0228DA2CF8}" type="datetime1">
              <a:rPr lang="en-US" smtClean="0"/>
              <a:t>5/21/2023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2273" y="10586880"/>
            <a:ext cx="12833033" cy="1249841"/>
          </a:xfrm>
          <a:prstGeom prst="rect">
            <a:avLst/>
          </a:prstGeom>
        </p:spPr>
        <p:txBody>
          <a:bodyPr anchor="b"/>
          <a:lstStyle>
            <a:lvl1pPr algn="l">
              <a:defRPr sz="3308" b="1"/>
            </a:lvl1pPr>
          </a:lstStyle>
          <a:p>
            <a:r>
              <a:rPr lang="en-US"/>
              <a:t>Click to edit Master title style</a:t>
            </a:r>
          </a:p>
        </p:txBody>
      </p:sp>
      <p:sp>
        <p:nvSpPr>
          <p:cNvPr id="3" name="Picture Placeholder 2"/>
          <p:cNvSpPr>
            <a:spLocks noGrp="1"/>
          </p:cNvSpPr>
          <p:nvPr>
            <p:ph type="pic" idx="1"/>
          </p:nvPr>
        </p:nvSpPr>
        <p:spPr>
          <a:xfrm>
            <a:off x="4192273" y="1351367"/>
            <a:ext cx="12833033" cy="9074468"/>
          </a:xfrm>
        </p:spPr>
        <p:txBody>
          <a:bodyPr/>
          <a:lstStyle>
            <a:lvl1pPr marL="0" indent="0">
              <a:buNone/>
              <a:defRPr sz="5293"/>
            </a:lvl1pPr>
            <a:lvl2pPr marL="756191" indent="0">
              <a:buNone/>
              <a:defRPr sz="4631"/>
            </a:lvl2pPr>
            <a:lvl3pPr marL="1512381" indent="0">
              <a:buNone/>
              <a:defRPr sz="3970"/>
            </a:lvl3pPr>
            <a:lvl4pPr marL="2268572" indent="0">
              <a:buNone/>
              <a:defRPr sz="3308"/>
            </a:lvl4pPr>
            <a:lvl5pPr marL="3024762" indent="0">
              <a:buNone/>
              <a:defRPr sz="3308"/>
            </a:lvl5pPr>
            <a:lvl6pPr marL="3780953" indent="0">
              <a:buNone/>
              <a:defRPr sz="3308"/>
            </a:lvl6pPr>
            <a:lvl7pPr marL="4537143" indent="0">
              <a:buNone/>
              <a:defRPr sz="3308"/>
            </a:lvl7pPr>
            <a:lvl8pPr marL="5293334" indent="0">
              <a:buNone/>
              <a:defRPr sz="3308"/>
            </a:lvl8pPr>
            <a:lvl9pPr marL="6049524" indent="0">
              <a:buNone/>
              <a:defRPr sz="3308"/>
            </a:lvl9pPr>
          </a:lstStyle>
          <a:p>
            <a:endParaRPr lang="en-US"/>
          </a:p>
        </p:txBody>
      </p:sp>
      <p:sp>
        <p:nvSpPr>
          <p:cNvPr id="4" name="Text Placeholder 3"/>
          <p:cNvSpPr>
            <a:spLocks noGrp="1"/>
          </p:cNvSpPr>
          <p:nvPr>
            <p:ph type="body" sz="half" idx="2"/>
          </p:nvPr>
        </p:nvSpPr>
        <p:spPr>
          <a:xfrm>
            <a:off x="4192273" y="11836721"/>
            <a:ext cx="12833033" cy="1774982"/>
          </a:xfrm>
        </p:spPr>
        <p:txBody>
          <a:bodyPr/>
          <a:lstStyle>
            <a:lvl1pPr marL="0" indent="0">
              <a:buNone/>
              <a:defRPr sz="2316"/>
            </a:lvl1pPr>
            <a:lvl2pPr marL="756191" indent="0">
              <a:buNone/>
              <a:defRPr sz="1985"/>
            </a:lvl2pPr>
            <a:lvl3pPr marL="1512381" indent="0">
              <a:buNone/>
              <a:defRPr sz="1654"/>
            </a:lvl3pPr>
            <a:lvl4pPr marL="2268572" indent="0">
              <a:buNone/>
              <a:defRPr sz="1489"/>
            </a:lvl4pPr>
            <a:lvl5pPr marL="3024762" indent="0">
              <a:buNone/>
              <a:defRPr sz="1489"/>
            </a:lvl5pPr>
            <a:lvl6pPr marL="3780953" indent="0">
              <a:buNone/>
              <a:defRPr sz="1489"/>
            </a:lvl6pPr>
            <a:lvl7pPr marL="4537143" indent="0">
              <a:buNone/>
              <a:defRPr sz="1489"/>
            </a:lvl7pPr>
            <a:lvl8pPr marL="5293334" indent="0">
              <a:buNone/>
              <a:defRPr sz="1489"/>
            </a:lvl8pPr>
            <a:lvl9pPr marL="6049524" indent="0">
              <a:buNone/>
              <a:defRPr sz="1489"/>
            </a:lvl9pPr>
          </a:lstStyle>
          <a:p>
            <a:pPr lvl="0"/>
            <a:r>
              <a:rPr lang="en-US"/>
              <a:t>Click to edit Master text styles</a:t>
            </a:r>
          </a:p>
        </p:txBody>
      </p:sp>
      <p:sp>
        <p:nvSpPr>
          <p:cNvPr id="5" name="Date Placeholder 4"/>
          <p:cNvSpPr>
            <a:spLocks noGrp="1"/>
          </p:cNvSpPr>
          <p:nvPr>
            <p:ph type="dt" sz="half" idx="10"/>
          </p:nvPr>
        </p:nvSpPr>
        <p:spPr/>
        <p:txBody>
          <a:bodyPr/>
          <a:lstStyle/>
          <a:p>
            <a:fld id="{A010DC83-A974-8647-80C3-F692755FAEC3}" type="datetime1">
              <a:rPr lang="en-US" smtClean="0"/>
              <a:t>5/21/2023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69420" y="605665"/>
            <a:ext cx="19249549" cy="252068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84B6AA-36AB-384C-89F5-D0AA3660A4E6}" type="datetime1">
              <a:rPr lang="en-US" smtClean="0"/>
              <a:t>5/21/2023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06581" y="605670"/>
            <a:ext cx="4812387" cy="12904509"/>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069419" y="605670"/>
            <a:ext cx="14080689" cy="1290450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3A0C56-AED7-E349-A367-C56B569B58DD}" type="datetime1">
              <a:rPr lang="en-US" smtClean="0"/>
              <a:t>5/21/2023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9420" y="3528963"/>
            <a:ext cx="19249549" cy="998121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69419" y="14017816"/>
            <a:ext cx="4990624" cy="805219"/>
          </a:xfrm>
          <a:prstGeom prst="rect">
            <a:avLst/>
          </a:prstGeom>
        </p:spPr>
        <p:txBody>
          <a:bodyPr vert="horz" lIns="91440" tIns="45720" rIns="91440" bIns="45720" rtlCol="0" anchor="ctr"/>
          <a:lstStyle>
            <a:lvl1pPr algn="l">
              <a:defRPr sz="1985">
                <a:solidFill>
                  <a:schemeClr val="tx1">
                    <a:tint val="75000"/>
                  </a:schemeClr>
                </a:solidFill>
              </a:defRPr>
            </a:lvl1pPr>
          </a:lstStyle>
          <a:p>
            <a:fld id="{10C52A24-3BDA-B749-BE6C-6289322D5558}" type="datetime1">
              <a:rPr lang="en-US" smtClean="0"/>
              <a:t>5/21/2023</a:t>
            </a:fld>
            <a:endParaRPr lang="en-US"/>
          </a:p>
        </p:txBody>
      </p:sp>
      <p:sp>
        <p:nvSpPr>
          <p:cNvPr id="5" name="Footer Placeholder 4"/>
          <p:cNvSpPr>
            <a:spLocks noGrp="1"/>
          </p:cNvSpPr>
          <p:nvPr>
            <p:ph type="ftr" sz="quarter" idx="3"/>
          </p:nvPr>
        </p:nvSpPr>
        <p:spPr>
          <a:xfrm>
            <a:off x="7307699" y="14017816"/>
            <a:ext cx="6772990" cy="805219"/>
          </a:xfrm>
          <a:prstGeom prst="rect">
            <a:avLst/>
          </a:prstGeom>
        </p:spPr>
        <p:txBody>
          <a:bodyPr vert="horz" lIns="91440" tIns="45720" rIns="91440" bIns="45720" rtlCol="0" anchor="ctr"/>
          <a:lstStyle>
            <a:lvl1pPr algn="ctr">
              <a:defRPr sz="198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328345" y="14017816"/>
            <a:ext cx="4990624" cy="805219"/>
          </a:xfrm>
          <a:prstGeom prst="rect">
            <a:avLst/>
          </a:prstGeom>
        </p:spPr>
        <p:txBody>
          <a:bodyPr vert="horz" lIns="91440" tIns="45720" rIns="91440" bIns="45720" rtlCol="0" anchor="ctr"/>
          <a:lstStyle>
            <a:lvl1pPr algn="r">
              <a:defRPr sz="1985">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756191" rtl="0" eaLnBrk="1" latinLnBrk="0" hangingPunct="1">
        <a:spcBef>
          <a:spcPct val="0"/>
        </a:spcBef>
        <a:buNone/>
        <a:defRPr sz="7277" kern="1200">
          <a:solidFill>
            <a:schemeClr val="tx1"/>
          </a:solidFill>
          <a:latin typeface="+mj-lt"/>
          <a:ea typeface="+mj-ea"/>
          <a:cs typeface="+mj-cs"/>
        </a:defRPr>
      </a:lvl1pPr>
    </p:titleStyle>
    <p:bodyStyle>
      <a:lvl1pPr marL="567143" indent="-567143" algn="l" defTabSz="756191" rtl="0" eaLnBrk="1" latinLnBrk="0" hangingPunct="1">
        <a:spcBef>
          <a:spcPct val="20000"/>
        </a:spcBef>
        <a:buFont typeface="Arial"/>
        <a:buChar char="•"/>
        <a:defRPr sz="5293" kern="1200">
          <a:solidFill>
            <a:schemeClr val="tx1"/>
          </a:solidFill>
          <a:latin typeface="Garamond" panose="02020404030301010803" pitchFamily="18" charset="0"/>
          <a:ea typeface="+mn-ea"/>
          <a:cs typeface="+mn-cs"/>
        </a:defRPr>
      </a:lvl1pPr>
      <a:lvl2pPr marL="1228810" indent="-472620" algn="l" defTabSz="756191" rtl="0" eaLnBrk="1" latinLnBrk="0" hangingPunct="1">
        <a:spcBef>
          <a:spcPct val="20000"/>
        </a:spcBef>
        <a:buFont typeface="Arial"/>
        <a:buChar char="–"/>
        <a:defRPr sz="4631" kern="1200">
          <a:solidFill>
            <a:schemeClr val="tx1"/>
          </a:solidFill>
          <a:latin typeface="Garamond" panose="02020404030301010803" pitchFamily="18" charset="0"/>
          <a:ea typeface="+mn-ea"/>
          <a:cs typeface="+mn-cs"/>
        </a:defRPr>
      </a:lvl2pPr>
      <a:lvl3pPr marL="1890476" indent="-378095" algn="l" defTabSz="756191" rtl="0" eaLnBrk="1" latinLnBrk="0" hangingPunct="1">
        <a:spcBef>
          <a:spcPct val="20000"/>
        </a:spcBef>
        <a:buFont typeface="Arial"/>
        <a:buChar char="•"/>
        <a:defRPr sz="3970" kern="1200">
          <a:solidFill>
            <a:schemeClr val="tx1"/>
          </a:solidFill>
          <a:latin typeface="Garamond" panose="02020404030301010803" pitchFamily="18" charset="0"/>
          <a:ea typeface="+mn-ea"/>
          <a:cs typeface="+mn-cs"/>
        </a:defRPr>
      </a:lvl3pPr>
      <a:lvl4pPr marL="2646667" indent="-378095" algn="l" defTabSz="756191" rtl="0" eaLnBrk="1" latinLnBrk="0" hangingPunct="1">
        <a:spcBef>
          <a:spcPct val="20000"/>
        </a:spcBef>
        <a:buFont typeface="Arial"/>
        <a:buChar char="–"/>
        <a:defRPr sz="3308" kern="1200">
          <a:solidFill>
            <a:schemeClr val="tx1"/>
          </a:solidFill>
          <a:latin typeface="Garamond" panose="02020404030301010803" pitchFamily="18" charset="0"/>
          <a:ea typeface="+mn-ea"/>
          <a:cs typeface="+mn-cs"/>
        </a:defRPr>
      </a:lvl4pPr>
      <a:lvl5pPr marL="3402857" indent="-378095" algn="l" defTabSz="756191" rtl="0" eaLnBrk="1" latinLnBrk="0" hangingPunct="1">
        <a:spcBef>
          <a:spcPct val="20000"/>
        </a:spcBef>
        <a:buFont typeface="Arial"/>
        <a:buChar char="»"/>
        <a:defRPr sz="3308" kern="1200">
          <a:solidFill>
            <a:schemeClr val="tx1"/>
          </a:solidFill>
          <a:latin typeface="Garamond" panose="02020404030301010803" pitchFamily="18" charset="0"/>
          <a:ea typeface="+mn-ea"/>
          <a:cs typeface="+mn-cs"/>
        </a:defRPr>
      </a:lvl5pPr>
      <a:lvl6pPr marL="4159048" indent="-378095" algn="l" defTabSz="756191" rtl="0" eaLnBrk="1" latinLnBrk="0" hangingPunct="1">
        <a:spcBef>
          <a:spcPct val="20000"/>
        </a:spcBef>
        <a:buFont typeface="Arial"/>
        <a:buChar char="•"/>
        <a:defRPr sz="3308" kern="1200">
          <a:solidFill>
            <a:schemeClr val="tx1"/>
          </a:solidFill>
          <a:latin typeface="+mn-lt"/>
          <a:ea typeface="+mn-ea"/>
          <a:cs typeface="+mn-cs"/>
        </a:defRPr>
      </a:lvl6pPr>
      <a:lvl7pPr marL="4915238" indent="-378095" algn="l" defTabSz="756191" rtl="0" eaLnBrk="1" latinLnBrk="0" hangingPunct="1">
        <a:spcBef>
          <a:spcPct val="20000"/>
        </a:spcBef>
        <a:buFont typeface="Arial"/>
        <a:buChar char="•"/>
        <a:defRPr sz="3308" kern="1200">
          <a:solidFill>
            <a:schemeClr val="tx1"/>
          </a:solidFill>
          <a:latin typeface="+mn-lt"/>
          <a:ea typeface="+mn-ea"/>
          <a:cs typeface="+mn-cs"/>
        </a:defRPr>
      </a:lvl7pPr>
      <a:lvl8pPr marL="5671429" indent="-378095" algn="l" defTabSz="756191" rtl="0" eaLnBrk="1" latinLnBrk="0" hangingPunct="1">
        <a:spcBef>
          <a:spcPct val="20000"/>
        </a:spcBef>
        <a:buFont typeface="Arial"/>
        <a:buChar char="•"/>
        <a:defRPr sz="3308" kern="1200">
          <a:solidFill>
            <a:schemeClr val="tx1"/>
          </a:solidFill>
          <a:latin typeface="+mn-lt"/>
          <a:ea typeface="+mn-ea"/>
          <a:cs typeface="+mn-cs"/>
        </a:defRPr>
      </a:lvl8pPr>
      <a:lvl9pPr marL="6427619" indent="-378095" algn="l" defTabSz="756191" rtl="0" eaLnBrk="1" latinLnBrk="0" hangingPunct="1">
        <a:spcBef>
          <a:spcPct val="20000"/>
        </a:spcBef>
        <a:buFont typeface="Arial"/>
        <a:buChar char="•"/>
        <a:defRPr sz="3308" kern="1200">
          <a:solidFill>
            <a:schemeClr val="tx1"/>
          </a:solidFill>
          <a:latin typeface="+mn-lt"/>
          <a:ea typeface="+mn-ea"/>
          <a:cs typeface="+mn-cs"/>
        </a:defRPr>
      </a:lvl9pPr>
    </p:bodyStyle>
    <p:otherStyle>
      <a:defPPr>
        <a:defRPr lang="en-US"/>
      </a:defPPr>
      <a:lvl1pPr marL="0" algn="l" defTabSz="756191" rtl="0" eaLnBrk="1" latinLnBrk="0" hangingPunct="1">
        <a:defRPr sz="2977" kern="1200">
          <a:solidFill>
            <a:schemeClr val="tx1"/>
          </a:solidFill>
          <a:latin typeface="+mn-lt"/>
          <a:ea typeface="+mn-ea"/>
          <a:cs typeface="+mn-cs"/>
        </a:defRPr>
      </a:lvl1pPr>
      <a:lvl2pPr marL="756191" algn="l" defTabSz="756191" rtl="0" eaLnBrk="1" latinLnBrk="0" hangingPunct="1">
        <a:defRPr sz="2977" kern="1200">
          <a:solidFill>
            <a:schemeClr val="tx1"/>
          </a:solidFill>
          <a:latin typeface="+mn-lt"/>
          <a:ea typeface="+mn-ea"/>
          <a:cs typeface="+mn-cs"/>
        </a:defRPr>
      </a:lvl2pPr>
      <a:lvl3pPr marL="1512381" algn="l" defTabSz="756191" rtl="0" eaLnBrk="1" latinLnBrk="0" hangingPunct="1">
        <a:defRPr sz="2977" kern="1200">
          <a:solidFill>
            <a:schemeClr val="tx1"/>
          </a:solidFill>
          <a:latin typeface="+mn-lt"/>
          <a:ea typeface="+mn-ea"/>
          <a:cs typeface="+mn-cs"/>
        </a:defRPr>
      </a:lvl3pPr>
      <a:lvl4pPr marL="2268572" algn="l" defTabSz="756191" rtl="0" eaLnBrk="1" latinLnBrk="0" hangingPunct="1">
        <a:defRPr sz="2977" kern="1200">
          <a:solidFill>
            <a:schemeClr val="tx1"/>
          </a:solidFill>
          <a:latin typeface="+mn-lt"/>
          <a:ea typeface="+mn-ea"/>
          <a:cs typeface="+mn-cs"/>
        </a:defRPr>
      </a:lvl4pPr>
      <a:lvl5pPr marL="3024762" algn="l" defTabSz="756191" rtl="0" eaLnBrk="1" latinLnBrk="0" hangingPunct="1">
        <a:defRPr sz="2977" kern="1200">
          <a:solidFill>
            <a:schemeClr val="tx1"/>
          </a:solidFill>
          <a:latin typeface="+mn-lt"/>
          <a:ea typeface="+mn-ea"/>
          <a:cs typeface="+mn-cs"/>
        </a:defRPr>
      </a:lvl5pPr>
      <a:lvl6pPr marL="3780953" algn="l" defTabSz="756191" rtl="0" eaLnBrk="1" latinLnBrk="0" hangingPunct="1">
        <a:defRPr sz="2977" kern="1200">
          <a:solidFill>
            <a:schemeClr val="tx1"/>
          </a:solidFill>
          <a:latin typeface="+mn-lt"/>
          <a:ea typeface="+mn-ea"/>
          <a:cs typeface="+mn-cs"/>
        </a:defRPr>
      </a:lvl6pPr>
      <a:lvl7pPr marL="4537143" algn="l" defTabSz="756191" rtl="0" eaLnBrk="1" latinLnBrk="0" hangingPunct="1">
        <a:defRPr sz="2977" kern="1200">
          <a:solidFill>
            <a:schemeClr val="tx1"/>
          </a:solidFill>
          <a:latin typeface="+mn-lt"/>
          <a:ea typeface="+mn-ea"/>
          <a:cs typeface="+mn-cs"/>
        </a:defRPr>
      </a:lvl7pPr>
      <a:lvl8pPr marL="5293334" algn="l" defTabSz="756191" rtl="0" eaLnBrk="1" latinLnBrk="0" hangingPunct="1">
        <a:defRPr sz="2977" kern="1200">
          <a:solidFill>
            <a:schemeClr val="tx1"/>
          </a:solidFill>
          <a:latin typeface="+mn-lt"/>
          <a:ea typeface="+mn-ea"/>
          <a:cs typeface="+mn-cs"/>
        </a:defRPr>
      </a:lvl8pPr>
      <a:lvl9pPr marL="6049524" algn="l" defTabSz="756191" rtl="0" eaLnBrk="1" latinLnBrk="0" hangingPunct="1">
        <a:defRPr sz="297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B02BC7-9B65-A649-A6AA-B9A015F5977F}"/>
              </a:ext>
            </a:extLst>
          </p:cNvPr>
          <p:cNvSpPr>
            <a:spLocks noGrp="1"/>
          </p:cNvSpPr>
          <p:nvPr>
            <p:ph type="ctrTitle"/>
          </p:nvPr>
        </p:nvSpPr>
        <p:spPr>
          <a:xfrm>
            <a:off x="12106263" y="2845068"/>
            <a:ext cx="9213071" cy="2720079"/>
          </a:xfrm>
        </p:spPr>
        <p:txBody>
          <a:bodyPr vert="horz" lIns="113431" tIns="56716" rIns="113431" bIns="56716" rtlCol="0" anchor="b">
            <a:normAutofit/>
          </a:bodyPr>
          <a:lstStyle/>
          <a:p>
            <a:pPr algn="l">
              <a:lnSpc>
                <a:spcPct val="107000"/>
              </a:lnSpc>
              <a:spcBef>
                <a:spcPts val="0"/>
              </a:spcBef>
              <a:spcAft>
                <a:spcPts val="1260"/>
              </a:spcAft>
            </a:pPr>
            <a:r>
              <a:rPr lang="en-US" sz="2000" b="1" u="sng" dirty="0">
                <a:latin typeface="Times New Roman" panose="02020603050405020304" pitchFamily="18" charset="0"/>
                <a:ea typeface="Calibri" panose="020F0502020204030204" pitchFamily="34" charset="0"/>
                <a:cs typeface="Times New Roman" panose="02020603050405020304" pitchFamily="18" charset="0"/>
              </a:rPr>
              <a:t>COMPONENTS OF VALVES</a:t>
            </a:r>
            <a:br>
              <a:rPr lang="en-US" sz="2000" dirty="0">
                <a:latin typeface="Times New Roman" panose="02020603050405020304" pitchFamily="18" charset="0"/>
                <a:ea typeface="Calibri" panose="020F0502020204030204" pitchFamily="34" charset="0"/>
                <a:cs typeface="Times New Roman" panose="02020603050405020304" pitchFamily="18" charset="0"/>
              </a:rPr>
            </a:br>
            <a:r>
              <a:rPr lang="en-US" sz="2000" dirty="0">
                <a:latin typeface="Times New Roman" panose="02020603050405020304" pitchFamily="18" charset="0"/>
                <a:ea typeface="Calibri" panose="020F0502020204030204" pitchFamily="34" charset="0"/>
                <a:cs typeface="Times New Roman" panose="02020603050405020304" pitchFamily="18" charset="0"/>
              </a:rPr>
              <a:t>Valves are made up of several different components.</a:t>
            </a:r>
            <a:br>
              <a:rPr lang="en-US" sz="2000" dirty="0">
                <a:latin typeface="Times New Roman" panose="02020603050405020304" pitchFamily="18" charset="0"/>
                <a:ea typeface="Calibri" panose="020F0502020204030204" pitchFamily="34" charset="0"/>
                <a:cs typeface="Times New Roman" panose="02020603050405020304" pitchFamily="18" charset="0"/>
              </a:rPr>
            </a:br>
            <a:r>
              <a:rPr lang="en-US" sz="2000" dirty="0">
                <a:latin typeface="Times New Roman" panose="02020603050405020304" pitchFamily="18" charset="0"/>
                <a:ea typeface="Calibri" panose="020F0502020204030204" pitchFamily="34" charset="0"/>
                <a:cs typeface="Times New Roman" panose="02020603050405020304" pitchFamily="18" charset="0"/>
              </a:rPr>
              <a:t>First is the valve body (shell), which holds all of the components together.</a:t>
            </a:r>
            <a:br>
              <a:rPr lang="en-US" sz="2000" dirty="0">
                <a:latin typeface="Times New Roman" panose="02020603050405020304" pitchFamily="18" charset="0"/>
                <a:ea typeface="Calibri" panose="020F0502020204030204" pitchFamily="34" charset="0"/>
                <a:cs typeface="Times New Roman" panose="02020603050405020304" pitchFamily="18" charset="0"/>
              </a:rPr>
            </a:br>
            <a:r>
              <a:rPr lang="en-US" sz="2000" dirty="0">
                <a:latin typeface="Times New Roman" panose="02020603050405020304" pitchFamily="18" charset="0"/>
                <a:ea typeface="Calibri" panose="020F0502020204030204" pitchFamily="34" charset="0"/>
                <a:cs typeface="Times New Roman" panose="02020603050405020304" pitchFamily="18" charset="0"/>
              </a:rPr>
              <a:t>There is a bonnet, which covers the opening.</a:t>
            </a:r>
            <a:br>
              <a:rPr lang="en-US" sz="2000" dirty="0">
                <a:latin typeface="Times New Roman" panose="02020603050405020304" pitchFamily="18" charset="0"/>
                <a:ea typeface="Calibri" panose="020F0502020204030204" pitchFamily="34" charset="0"/>
                <a:cs typeface="Times New Roman" panose="02020603050405020304" pitchFamily="18" charset="0"/>
              </a:rPr>
            </a:br>
            <a:r>
              <a:rPr lang="en-US" sz="2000" dirty="0">
                <a:latin typeface="Times New Roman" panose="02020603050405020304" pitchFamily="18" charset="0"/>
                <a:ea typeface="Calibri" panose="020F0502020204030204" pitchFamily="34" charset="0"/>
                <a:cs typeface="Times New Roman" panose="02020603050405020304" pitchFamily="18" charset="0"/>
              </a:rPr>
              <a:t>Valve trim refers to the internal parts.</a:t>
            </a:r>
            <a:br>
              <a:rPr lang="en-US" sz="2000" dirty="0">
                <a:latin typeface="Times New Roman" panose="02020603050405020304" pitchFamily="18" charset="0"/>
                <a:ea typeface="Calibri" panose="020F0502020204030204" pitchFamily="34" charset="0"/>
                <a:cs typeface="Times New Roman" panose="02020603050405020304" pitchFamily="18" charset="0"/>
              </a:rPr>
            </a:br>
            <a:r>
              <a:rPr lang="en-US" sz="2000" dirty="0">
                <a:latin typeface="Times New Roman" panose="02020603050405020304" pitchFamily="18" charset="0"/>
                <a:ea typeface="Calibri" panose="020F0502020204030204" pitchFamily="34" charset="0"/>
                <a:cs typeface="Times New Roman" panose="02020603050405020304" pitchFamily="18" charset="0"/>
              </a:rPr>
              <a:t>Valve disks are designed to throttle or stop flow</a:t>
            </a:r>
            <a:br>
              <a:rPr lang="en-US" sz="2000" dirty="0">
                <a:latin typeface="Times New Roman" panose="02020603050405020304" pitchFamily="18" charset="0"/>
                <a:ea typeface="Calibri" panose="020F0502020204030204" pitchFamily="34" charset="0"/>
                <a:cs typeface="Times New Roman" panose="02020603050405020304" pitchFamily="18" charset="0"/>
              </a:rPr>
            </a:br>
            <a:r>
              <a:rPr lang="en-US" sz="2000" dirty="0">
                <a:latin typeface="Times New Roman" panose="02020603050405020304" pitchFamily="18" charset="0"/>
                <a:ea typeface="Calibri" panose="020F0502020204030204" pitchFamily="34" charset="0"/>
                <a:cs typeface="Times New Roman" panose="02020603050405020304" pitchFamily="18" charset="0"/>
              </a:rPr>
              <a:t>Seal rings provide a seat for the disks</a:t>
            </a:r>
            <a:br>
              <a:rPr lang="en-US" sz="2000" dirty="0">
                <a:latin typeface="Times New Roman" panose="02020603050405020304" pitchFamily="18" charset="0"/>
                <a:ea typeface="Calibri" panose="020F0502020204030204" pitchFamily="34" charset="0"/>
                <a:cs typeface="Times New Roman" panose="02020603050405020304" pitchFamily="18" charset="0"/>
              </a:rPr>
            </a:br>
            <a:r>
              <a:rPr lang="en-US" sz="2000" dirty="0">
                <a:latin typeface="Times New Roman" panose="02020603050405020304" pitchFamily="18" charset="0"/>
                <a:ea typeface="Calibri" panose="020F0502020204030204" pitchFamily="34" charset="0"/>
                <a:cs typeface="Times New Roman" panose="02020603050405020304" pitchFamily="18" charset="0"/>
              </a:rPr>
              <a:t>Valve stems help control the closing of the valve </a:t>
            </a:r>
            <a:endParaRPr lang="en-US" sz="2000" dirty="0">
              <a:solidFill>
                <a:srgbClr val="FFFFFF"/>
              </a:solidFill>
              <a:latin typeface="Times New Roman" panose="02020603050405020304" pitchFamily="18" charset="0"/>
              <a:cs typeface="Times New Roman" panose="02020603050405020304" pitchFamily="18" charset="0"/>
            </a:endParaRPr>
          </a:p>
        </p:txBody>
      </p:sp>
      <p:sp>
        <p:nvSpPr>
          <p:cNvPr id="9" name="Subtitle 2">
            <a:extLst>
              <a:ext uri="{FF2B5EF4-FFF2-40B4-BE49-F238E27FC236}">
                <a16:creationId xmlns:a16="http://schemas.microsoft.com/office/drawing/2014/main" id="{8BB98A86-CDAD-8742-BF6D-81E5129D4B73}"/>
              </a:ext>
            </a:extLst>
          </p:cNvPr>
          <p:cNvSpPr>
            <a:spLocks noGrp="1"/>
          </p:cNvSpPr>
          <p:nvPr>
            <p:ph type="subTitle" idx="1"/>
          </p:nvPr>
        </p:nvSpPr>
        <p:spPr>
          <a:xfrm>
            <a:off x="611452" y="4389236"/>
            <a:ext cx="10720953" cy="1106675"/>
          </a:xfrm>
        </p:spPr>
        <p:txBody>
          <a:bodyPr>
            <a:noAutofit/>
          </a:bodyPr>
          <a:lstStyle/>
          <a:p>
            <a:pPr algn="l">
              <a:lnSpc>
                <a:spcPct val="107000"/>
              </a:lnSpc>
              <a:spcBef>
                <a:spcPts val="0"/>
              </a:spcBef>
            </a:pPr>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Their general uses include; </a:t>
            </a:r>
          </a:p>
          <a:p>
            <a:pPr algn="l">
              <a:lnSpc>
                <a:spcPct val="107000"/>
              </a:lnSpc>
              <a:spcBef>
                <a:spcPts val="0"/>
              </a:spcBef>
            </a:pP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Stop/start flow ,Reduce/increase flow, Control direction of flow ,Regulate flow or pressure, Relieve pressure from pipe systems</a:t>
            </a:r>
          </a:p>
        </p:txBody>
      </p:sp>
      <p:sp>
        <p:nvSpPr>
          <p:cNvPr id="10" name="Text Placeholder 3">
            <a:extLst>
              <a:ext uri="{FF2B5EF4-FFF2-40B4-BE49-F238E27FC236}">
                <a16:creationId xmlns:a16="http://schemas.microsoft.com/office/drawing/2014/main" id="{E81EFB1F-8D7C-2F44-8B60-6C24E97F6990}"/>
              </a:ext>
            </a:extLst>
          </p:cNvPr>
          <p:cNvSpPr txBox="1">
            <a:spLocks/>
          </p:cNvSpPr>
          <p:nvPr/>
        </p:nvSpPr>
        <p:spPr>
          <a:xfrm>
            <a:off x="611453" y="5677264"/>
            <a:ext cx="20165483" cy="789467"/>
          </a:xfrm>
          <a:prstGeom prst="rect">
            <a:avLst/>
          </a:prstGeom>
        </p:spPr>
        <p:txBody>
          <a:bodyPr vert="horz" lIns="151241" tIns="75621" rIns="151241" bIns="75621"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7000"/>
              </a:lnSpc>
              <a:spcAft>
                <a:spcPts val="1260"/>
              </a:spcAft>
            </a:pPr>
            <a:r>
              <a:rPr 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The following are the major types of valves used on marine vessels: Gate valves, Butterfly valves, Globe valves, Relief valves, Pinch valves, Piston valves, Ball valves, Diaphragm valves</a:t>
            </a:r>
          </a:p>
        </p:txBody>
      </p:sp>
      <p:sp>
        <p:nvSpPr>
          <p:cNvPr id="17" name="Rectangle 16">
            <a:extLst>
              <a:ext uri="{FF2B5EF4-FFF2-40B4-BE49-F238E27FC236}">
                <a16:creationId xmlns:a16="http://schemas.microsoft.com/office/drawing/2014/main" id="{D79D4ED8-4F2D-F149-955D-1736CCF0FDB6}"/>
              </a:ext>
            </a:extLst>
          </p:cNvPr>
          <p:cNvSpPr/>
          <p:nvPr/>
        </p:nvSpPr>
        <p:spPr>
          <a:xfrm>
            <a:off x="550532" y="2881669"/>
            <a:ext cx="11105091" cy="1323439"/>
          </a:xfrm>
          <a:prstGeom prst="rect">
            <a:avLst/>
          </a:prstGeom>
        </p:spPr>
        <p:txBody>
          <a:bodyPr wrap="square">
            <a:spAutoFit/>
          </a:bodyPr>
          <a:lstStyle/>
          <a:p>
            <a:pPr algn="ctr"/>
            <a:r>
              <a:rPr lang="en-US" sz="2000" b="1" u="sng" dirty="0">
                <a:latin typeface="Times New Roman" panose="02020603050405020304" pitchFamily="18" charset="0"/>
                <a:ea typeface="Calibri" panose="020F0502020204030204" pitchFamily="34" charset="0"/>
                <a:cs typeface="Times New Roman" panose="02020603050405020304" pitchFamily="18" charset="0"/>
              </a:rPr>
              <a:t>VALVES</a:t>
            </a:r>
          </a:p>
          <a:p>
            <a:r>
              <a:rPr lang="en-US" sz="2000" dirty="0">
                <a:latin typeface="Times New Roman" panose="02020603050405020304" pitchFamily="18" charset="0"/>
                <a:ea typeface="Calibri" panose="020F0502020204030204" pitchFamily="34" charset="0"/>
                <a:cs typeface="Times New Roman" panose="02020603050405020304" pitchFamily="18" charset="0"/>
              </a:rPr>
              <a:t>A valve is a device used for controlling the passage of fluid or air through a pipe or duct. Ships need valves to regulate the pressure and flow of fluids in the various onboard systems.  Valves can effectively manage the transfer of liquids, steam, gases, and slurries.</a:t>
            </a:r>
            <a:endParaRPr lang="en-GH" sz="20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E874388B-C5C1-AE78-34A2-0605689DB44A}"/>
              </a:ext>
            </a:extLst>
          </p:cNvPr>
          <p:cNvPicPr>
            <a:picLocks noChangeAspect="1"/>
          </p:cNvPicPr>
          <p:nvPr/>
        </p:nvPicPr>
        <p:blipFill>
          <a:blip r:embed="rId2"/>
          <a:stretch>
            <a:fillRect/>
          </a:stretch>
        </p:blipFill>
        <p:spPr>
          <a:xfrm rot="10800000">
            <a:off x="368169" y="6469953"/>
            <a:ext cx="2956417" cy="3876167"/>
          </a:xfrm>
          <a:prstGeom prst="rect">
            <a:avLst/>
          </a:prstGeom>
        </p:spPr>
      </p:pic>
      <p:pic>
        <p:nvPicPr>
          <p:cNvPr id="20" name="Picture 19">
            <a:extLst>
              <a:ext uri="{FF2B5EF4-FFF2-40B4-BE49-F238E27FC236}">
                <a16:creationId xmlns:a16="http://schemas.microsoft.com/office/drawing/2014/main" id="{8A045E3C-8BD5-733D-D5F7-38095F7667D0}"/>
              </a:ext>
            </a:extLst>
          </p:cNvPr>
          <p:cNvPicPr>
            <a:picLocks noChangeAspect="1"/>
          </p:cNvPicPr>
          <p:nvPr/>
        </p:nvPicPr>
        <p:blipFill>
          <a:blip r:embed="rId3"/>
          <a:stretch>
            <a:fillRect/>
          </a:stretch>
        </p:blipFill>
        <p:spPr>
          <a:xfrm rot="10800000">
            <a:off x="4412902" y="6470683"/>
            <a:ext cx="3118051" cy="3880611"/>
          </a:xfrm>
          <a:prstGeom prst="rect">
            <a:avLst/>
          </a:prstGeom>
        </p:spPr>
      </p:pic>
      <p:pic>
        <p:nvPicPr>
          <p:cNvPr id="22" name="Picture 21">
            <a:extLst>
              <a:ext uri="{FF2B5EF4-FFF2-40B4-BE49-F238E27FC236}">
                <a16:creationId xmlns:a16="http://schemas.microsoft.com/office/drawing/2014/main" id="{DF31874B-54EE-3D01-662A-87918E9AF586}"/>
              </a:ext>
            </a:extLst>
          </p:cNvPr>
          <p:cNvPicPr>
            <a:picLocks noChangeAspect="1"/>
          </p:cNvPicPr>
          <p:nvPr/>
        </p:nvPicPr>
        <p:blipFill>
          <a:blip r:embed="rId4"/>
          <a:stretch>
            <a:fillRect/>
          </a:stretch>
        </p:blipFill>
        <p:spPr>
          <a:xfrm rot="5400000">
            <a:off x="8457447" y="6636949"/>
            <a:ext cx="3876166" cy="3552525"/>
          </a:xfrm>
          <a:prstGeom prst="rect">
            <a:avLst/>
          </a:prstGeom>
        </p:spPr>
      </p:pic>
      <p:pic>
        <p:nvPicPr>
          <p:cNvPr id="24" name="Picture 23">
            <a:extLst>
              <a:ext uri="{FF2B5EF4-FFF2-40B4-BE49-F238E27FC236}">
                <a16:creationId xmlns:a16="http://schemas.microsoft.com/office/drawing/2014/main" id="{79E93F05-2D08-E3F5-45BE-69B19954B2B9}"/>
              </a:ext>
            </a:extLst>
          </p:cNvPr>
          <p:cNvPicPr>
            <a:picLocks noChangeAspect="1"/>
          </p:cNvPicPr>
          <p:nvPr/>
        </p:nvPicPr>
        <p:blipFill>
          <a:blip r:embed="rId5"/>
          <a:stretch>
            <a:fillRect/>
          </a:stretch>
        </p:blipFill>
        <p:spPr>
          <a:xfrm rot="5400000">
            <a:off x="12958088" y="6631778"/>
            <a:ext cx="3876166" cy="3552523"/>
          </a:xfrm>
          <a:prstGeom prst="rect">
            <a:avLst/>
          </a:prstGeom>
        </p:spPr>
      </p:pic>
      <p:pic>
        <p:nvPicPr>
          <p:cNvPr id="26" name="Picture 25">
            <a:extLst>
              <a:ext uri="{FF2B5EF4-FFF2-40B4-BE49-F238E27FC236}">
                <a16:creationId xmlns:a16="http://schemas.microsoft.com/office/drawing/2014/main" id="{CDD20EDE-9230-0475-3DFD-BA302FF939D8}"/>
              </a:ext>
            </a:extLst>
          </p:cNvPr>
          <p:cNvPicPr>
            <a:picLocks noChangeAspect="1"/>
          </p:cNvPicPr>
          <p:nvPr/>
        </p:nvPicPr>
        <p:blipFill>
          <a:blip r:embed="rId6"/>
          <a:stretch>
            <a:fillRect/>
          </a:stretch>
        </p:blipFill>
        <p:spPr>
          <a:xfrm rot="5400000">
            <a:off x="17045250" y="6621871"/>
            <a:ext cx="3862802" cy="3552523"/>
          </a:xfrm>
          <a:prstGeom prst="rect">
            <a:avLst/>
          </a:prstGeom>
        </p:spPr>
      </p:pic>
      <p:sp>
        <p:nvSpPr>
          <p:cNvPr id="27" name="TextBox 26">
            <a:extLst>
              <a:ext uri="{FF2B5EF4-FFF2-40B4-BE49-F238E27FC236}">
                <a16:creationId xmlns:a16="http://schemas.microsoft.com/office/drawing/2014/main" id="{6DDB3126-3C92-3951-D3A9-E6A7441CA5AA}"/>
              </a:ext>
            </a:extLst>
          </p:cNvPr>
          <p:cNvSpPr txBox="1"/>
          <p:nvPr/>
        </p:nvSpPr>
        <p:spPr>
          <a:xfrm>
            <a:off x="487000" y="2033527"/>
            <a:ext cx="20350856" cy="867930"/>
          </a:xfrm>
          <a:prstGeom prst="rect">
            <a:avLst/>
          </a:prstGeom>
          <a:noFill/>
        </p:spPr>
        <p:txBody>
          <a:bodyPr wrap="square">
            <a:spAutoFit/>
          </a:bodyPr>
          <a:lstStyle/>
          <a:p>
            <a:r>
              <a:rPr lang="en-GB" sz="2520" b="1" i="1" dirty="0"/>
              <a:t>AMOAKO BERNARD KOFI, ACHEAMPONG KOFI, ADDO D. GODFRED, LAMPTEY O. ISAIAH, BLANKSON ISAAC, EDEM KOMASHIE, JOSHUA AKUMANE</a:t>
            </a:r>
          </a:p>
          <a:p>
            <a:r>
              <a:rPr lang="en-GB" sz="2520" i="1" dirty="0">
                <a:solidFill>
                  <a:srgbClr val="000000"/>
                </a:solidFill>
                <a:latin typeface="Times New Roman" panose="02020603050405020304" pitchFamily="18" charset="0"/>
              </a:rPr>
              <a:t>DR. MRS. EUNICE ADJEI (SUPERVISOR/ADVISOR)</a:t>
            </a:r>
            <a:endParaRPr lang="en-GB" sz="2520" dirty="0"/>
          </a:p>
        </p:txBody>
      </p:sp>
      <p:sp>
        <p:nvSpPr>
          <p:cNvPr id="28" name="TextBox 27">
            <a:extLst>
              <a:ext uri="{FF2B5EF4-FFF2-40B4-BE49-F238E27FC236}">
                <a16:creationId xmlns:a16="http://schemas.microsoft.com/office/drawing/2014/main" id="{723A91D1-7072-1390-EC9F-437C1577D11D}"/>
              </a:ext>
            </a:extLst>
          </p:cNvPr>
          <p:cNvSpPr txBox="1"/>
          <p:nvPr/>
        </p:nvSpPr>
        <p:spPr>
          <a:xfrm>
            <a:off x="268981" y="10772124"/>
            <a:ext cx="2956416" cy="4206023"/>
          </a:xfrm>
          <a:prstGeom prst="rect">
            <a:avLst/>
          </a:prstGeom>
          <a:noFill/>
        </p:spPr>
        <p:txBody>
          <a:bodyPr wrap="square" rtlCol="0">
            <a:spAutoFit/>
          </a:bodyPr>
          <a:lstStyle/>
          <a:p>
            <a:pPr marL="0" marR="0">
              <a:lnSpc>
                <a:spcPct val="107000"/>
              </a:lnSpc>
              <a:spcBef>
                <a:spcPts val="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The working of the gate valves is pretty simple as it does not involve any complex mechanism. The spindle wheel, which is attached to the spindle rod, is rotated to move the “gate” at right angle to the flow of the fluid. The screwed spindle works in a nut and lifts the valve to open or close the “gate” between the circular openings furnished with seats</a:t>
            </a:r>
          </a:p>
          <a:p>
            <a:pPr marL="0" marR="0">
              <a:lnSpc>
                <a:spcPct val="107000"/>
              </a:lnSpc>
              <a:spcBef>
                <a:spcPts val="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b="1" dirty="0">
                <a:effectLst/>
                <a:latin typeface="Calibri" panose="020F0502020204030204" pitchFamily="34" charset="0"/>
                <a:ea typeface="Calibri" panose="020F0502020204030204" pitchFamily="34" charset="0"/>
                <a:cs typeface="Times New Roman" panose="02020603050405020304" pitchFamily="18" charset="0"/>
              </a:rPr>
              <a:t>Uses of gate valves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Gate valves are used in applications requiring minimum pressure loss.</a:t>
            </a:r>
          </a:p>
          <a:p>
            <a:pPr marL="342900" marR="0" lvl="0" indent="-342900">
              <a:lnSpc>
                <a:spcPct val="107000"/>
              </a:lnSpc>
              <a:spcBef>
                <a:spcPts val="0"/>
              </a:spcBef>
              <a:spcAft>
                <a:spcPts val="80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 They are also used in applications wherein bidirectional flow is required.</a:t>
            </a:r>
          </a:p>
        </p:txBody>
      </p:sp>
      <p:sp>
        <p:nvSpPr>
          <p:cNvPr id="29" name="TextBox 28">
            <a:extLst>
              <a:ext uri="{FF2B5EF4-FFF2-40B4-BE49-F238E27FC236}">
                <a16:creationId xmlns:a16="http://schemas.microsoft.com/office/drawing/2014/main" id="{5B81FA89-DB89-ECF8-031D-23669D8BDDC3}"/>
              </a:ext>
            </a:extLst>
          </p:cNvPr>
          <p:cNvSpPr txBox="1"/>
          <p:nvPr/>
        </p:nvSpPr>
        <p:spPr>
          <a:xfrm>
            <a:off x="4356150" y="10547128"/>
            <a:ext cx="3552526" cy="3719673"/>
          </a:xfrm>
          <a:prstGeom prst="rect">
            <a:avLst/>
          </a:prstGeom>
          <a:noFill/>
        </p:spPr>
        <p:txBody>
          <a:bodyPr wrap="square" rtlCol="0">
            <a:spAutoFit/>
          </a:bodyPr>
          <a:lstStyle/>
          <a:p>
            <a:pPr marL="0" marR="0">
              <a:lnSpc>
                <a:spcPct val="107000"/>
              </a:lnSpc>
              <a:spcBef>
                <a:spcPts val="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It is designed to open at a predetermined pressure and relieve the pressure by allowing the pressurized fluid to exit from the system. The valve automatically closes once the system pressure reaches a safe level.</a:t>
            </a:r>
            <a:r>
              <a:rPr lang="en-US" sz="1400" dirty="0">
                <a:solidFill>
                  <a:srgbClr val="000000"/>
                </a:solidFill>
                <a:effectLst/>
                <a:latin typeface="Helvetica" panose="020B0604020202020204" pitchFamily="34" charset="0"/>
                <a:ea typeface="Calibri" panose="020F0502020204030204" pitchFamily="34" charset="0"/>
                <a:cs typeface="Times New Roman" panose="02020603050405020304" pitchFamily="18" charset="0"/>
              </a:rPr>
              <a:t> </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Uses of relief valves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The pressure relief valve is important in applications where pressure levels are crucial for fine operations such as steam, air, or gas power </a:t>
            </a:r>
            <a:r>
              <a:rPr lang="en-US" sz="1400" dirty="0">
                <a:latin typeface="Calibri" panose="020F0502020204030204" pitchFamily="34" charset="0"/>
                <a:ea typeface="Calibri" panose="020F0502020204030204" pitchFamily="34" charset="0"/>
                <a:cs typeface="Times New Roman" panose="02020603050405020304" pitchFamily="18" charset="0"/>
              </a:rPr>
              <a:t>generation. </a:t>
            </a:r>
          </a:p>
          <a:p>
            <a:pPr marL="342900" indent="-342900">
              <a:lnSpc>
                <a:spcPct val="107000"/>
              </a:lnSpc>
              <a:spcAft>
                <a:spcPts val="800"/>
              </a:spcAft>
              <a:buFont typeface="Symbol" panose="05050102010706020507" pitchFamily="18" charset="2"/>
              <a:buChar char=""/>
            </a:pPr>
            <a:r>
              <a:rPr lang="en-US" sz="1400" dirty="0">
                <a:latin typeface="Calibri" panose="020F0502020204030204" pitchFamily="34" charset="0"/>
                <a:ea typeface="Calibri" panose="020F0502020204030204" pitchFamily="34" charset="0"/>
                <a:cs typeface="Times New Roman" panose="02020603050405020304" pitchFamily="18" charset="0"/>
              </a:rPr>
              <a:t>These valves are used to maintain sustained pressures downstream or upstream from the valve.</a:t>
            </a:r>
          </a:p>
          <a:p>
            <a:pPr marL="342900" marR="0" lvl="0" indent="-342900">
              <a:lnSpc>
                <a:spcPct val="107000"/>
              </a:lnSpc>
              <a:spcBef>
                <a:spcPts val="0"/>
              </a:spcBef>
              <a:spcAft>
                <a:spcPts val="800"/>
              </a:spcAft>
              <a:buFont typeface="Symbol" panose="05050102010706020507" pitchFamily="18" charset="2"/>
              <a:buChar char=""/>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C33F8933-3AF8-547E-A07D-BF15275E3906}"/>
              </a:ext>
            </a:extLst>
          </p:cNvPr>
          <p:cNvSpPr txBox="1"/>
          <p:nvPr/>
        </p:nvSpPr>
        <p:spPr>
          <a:xfrm>
            <a:off x="13499173" y="10521801"/>
            <a:ext cx="2616195" cy="3745000"/>
          </a:xfrm>
          <a:prstGeom prst="rect">
            <a:avLst/>
          </a:prstGeom>
          <a:noFill/>
        </p:spPr>
        <p:txBody>
          <a:bodyPr wrap="square" rtlCol="0">
            <a:spAutoFit/>
          </a:bodyPr>
          <a:lstStyle/>
          <a:p>
            <a:pPr marL="0" marR="0">
              <a:lnSpc>
                <a:spcPct val="107000"/>
              </a:lnSpc>
              <a:spcBef>
                <a:spcPts val="0"/>
              </a:spcBef>
              <a:spcAft>
                <a:spcPts val="800"/>
              </a:spcAft>
            </a:pPr>
            <a:r>
              <a:rPr lang="en-US" sz="1400" dirty="0">
                <a:latin typeface="Calibri" panose="020F0502020204030204" pitchFamily="34" charset="0"/>
                <a:ea typeface="Calibri" panose="020F0502020204030204" pitchFamily="34" charset="0"/>
                <a:cs typeface="Times New Roman" panose="02020603050405020304" pitchFamily="18" charset="0"/>
              </a:rPr>
              <a:t>It </a:t>
            </a:r>
            <a:r>
              <a:rPr lang="en-US" sz="1400" dirty="0">
                <a:effectLst/>
                <a:latin typeface="Calibri" panose="020F0502020204030204" pitchFamily="34" charset="0"/>
                <a:ea typeface="Calibri" panose="020F0502020204030204" pitchFamily="34" charset="0"/>
                <a:cs typeface="Times New Roman" panose="02020603050405020304" pitchFamily="18" charset="0"/>
              </a:rPr>
              <a:t>comes with a flexible tube that can be pinched mechanically to open and close the fluid path. It offers a straight flow path to fluids without any moving parts. Plus, there is a pinch mechanism to pinch the tube and create full closure of flow. </a:t>
            </a:r>
          </a:p>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Uses of pinch valve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Pinch valve is ideal for granular products, slurries, and foodstuffs.</a:t>
            </a:r>
          </a:p>
          <a:p>
            <a:pPr marL="342900" marR="0" lvl="0" indent="-342900">
              <a:lnSpc>
                <a:spcPct val="107000"/>
              </a:lnSpc>
              <a:spcBef>
                <a:spcPts val="0"/>
              </a:spcBef>
              <a:spcAft>
                <a:spcPts val="80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It is mostly used in places with low temperature due to the elastomeric tube.</a:t>
            </a:r>
          </a:p>
        </p:txBody>
      </p:sp>
      <p:sp>
        <p:nvSpPr>
          <p:cNvPr id="31" name="TextBox 30">
            <a:extLst>
              <a:ext uri="{FF2B5EF4-FFF2-40B4-BE49-F238E27FC236}">
                <a16:creationId xmlns:a16="http://schemas.microsoft.com/office/drawing/2014/main" id="{B58575DA-CF28-36A4-7ACC-88EF76DB5F21}"/>
              </a:ext>
            </a:extLst>
          </p:cNvPr>
          <p:cNvSpPr txBox="1"/>
          <p:nvPr/>
        </p:nvSpPr>
        <p:spPr>
          <a:xfrm>
            <a:off x="17668553" y="10521801"/>
            <a:ext cx="2616195" cy="3514488"/>
          </a:xfrm>
          <a:prstGeom prst="rect">
            <a:avLst/>
          </a:prstGeom>
          <a:noFill/>
        </p:spPr>
        <p:txBody>
          <a:bodyPr wrap="square" rtlCol="0">
            <a:spAutoFit/>
          </a:bodyPr>
          <a:lstStyle/>
          <a:p>
            <a:pPr marL="0" marR="0">
              <a:lnSpc>
                <a:spcPct val="107000"/>
              </a:lnSpc>
              <a:spcBef>
                <a:spcPts val="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 When the valve is open, the disc becomes parallel to the direction of flow and allows the fluid to flow. While in the closed state, it is perpendicular to the pipe wall and blocks the flow.</a:t>
            </a:r>
          </a:p>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Uses of butterfly valves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Butterfly valves are used where space is limited.</a:t>
            </a:r>
          </a:p>
          <a:p>
            <a:pPr marL="342900" marR="0" lvl="0" indent="-342900">
              <a:lnSpc>
                <a:spcPct val="107000"/>
              </a:lnSpc>
              <a:spcBef>
                <a:spcPts val="0"/>
              </a:spcBef>
              <a:spcAft>
                <a:spcPts val="80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Butterfly valves can be used for throttling or regulating flow as well as in the full open and fully closed position. </a:t>
            </a:r>
          </a:p>
        </p:txBody>
      </p:sp>
      <p:sp>
        <p:nvSpPr>
          <p:cNvPr id="32" name="TextBox 31">
            <a:extLst>
              <a:ext uri="{FF2B5EF4-FFF2-40B4-BE49-F238E27FC236}">
                <a16:creationId xmlns:a16="http://schemas.microsoft.com/office/drawing/2014/main" id="{1029A9A3-74E9-D822-2715-53FCE4C17564}"/>
              </a:ext>
            </a:extLst>
          </p:cNvPr>
          <p:cNvSpPr txBox="1"/>
          <p:nvPr/>
        </p:nvSpPr>
        <p:spPr>
          <a:xfrm>
            <a:off x="8619267" y="10442013"/>
            <a:ext cx="3862253" cy="4436536"/>
          </a:xfrm>
          <a:prstGeom prst="rect">
            <a:avLst/>
          </a:prstGeom>
          <a:noFill/>
        </p:spPr>
        <p:txBody>
          <a:bodyPr wrap="square" rtlCol="0">
            <a:spAutoFit/>
          </a:bodyPr>
          <a:lstStyle/>
          <a:p>
            <a:pPr marL="0" marR="0">
              <a:lnSpc>
                <a:spcPct val="107000"/>
              </a:lnSpc>
              <a:spcBef>
                <a:spcPts val="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It consists of a spherical body divided into two halves by an internal baffle. The baffle diverts the flow of fluid, which ultimately drops the pressure. Furthermore, there is a stationary ring seat and movable disc which controls the fluid flow. This disc is lowered and raised by turning the handle. The flow rate is maximum when the disc is completely raised. On the other hand, the flow is shut off when the disc is lowered completely.</a:t>
            </a:r>
          </a:p>
          <a:p>
            <a:pPr marL="0" marR="0">
              <a:lnSpc>
                <a:spcPct val="107000"/>
              </a:lnSpc>
              <a:spcBef>
                <a:spcPts val="0"/>
              </a:spcBef>
              <a:spcAft>
                <a:spcPts val="80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Uses of globe valves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 Globe valve is used in applications where variable pressure is required in the pipeline such as emergency bilge suction line etc.</a:t>
            </a:r>
          </a:p>
          <a:p>
            <a:pPr marL="342900" marR="0" lvl="0" indent="-342900">
              <a:lnSpc>
                <a:spcPct val="107000"/>
              </a:lnSpc>
              <a:spcBef>
                <a:spcPts val="0"/>
              </a:spcBef>
              <a:spcAft>
                <a:spcPts val="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 It can also be used as a non-return valve. This type of valves is used for preventing back flooding.</a:t>
            </a:r>
          </a:p>
          <a:p>
            <a:pPr marL="342900" marR="0" lvl="0" indent="-342900">
              <a:lnSpc>
                <a:spcPct val="107000"/>
              </a:lnSpc>
              <a:spcBef>
                <a:spcPts val="0"/>
              </a:spcBef>
              <a:spcAft>
                <a:spcPts val="800"/>
              </a:spcAft>
              <a:buFont typeface="Symbol" panose="05050102010706020507" pitchFamily="18" charset="2"/>
              <a:buChar char=""/>
            </a:pPr>
            <a:r>
              <a:rPr lang="en-US" sz="1400" dirty="0">
                <a:effectLst/>
                <a:latin typeface="Calibri" panose="020F0502020204030204" pitchFamily="34" charset="0"/>
                <a:ea typeface="Calibri" panose="020F0502020204030204" pitchFamily="34" charset="0"/>
                <a:cs typeface="Times New Roman" panose="02020603050405020304" pitchFamily="18" charset="0"/>
              </a:rPr>
              <a:t>It is mostly used in applications where pressure drop is required.</a:t>
            </a:r>
          </a:p>
        </p:txBody>
      </p:sp>
      <p:sp>
        <p:nvSpPr>
          <p:cNvPr id="33" name="TextBox 32">
            <a:extLst>
              <a:ext uri="{FF2B5EF4-FFF2-40B4-BE49-F238E27FC236}">
                <a16:creationId xmlns:a16="http://schemas.microsoft.com/office/drawing/2014/main" id="{F4425733-8209-824F-21E6-B863C261AEFF}"/>
              </a:ext>
            </a:extLst>
          </p:cNvPr>
          <p:cNvSpPr txBox="1"/>
          <p:nvPr/>
        </p:nvSpPr>
        <p:spPr>
          <a:xfrm>
            <a:off x="487000" y="952595"/>
            <a:ext cx="9534762" cy="578620"/>
          </a:xfrm>
          <a:prstGeom prst="rect">
            <a:avLst/>
          </a:prstGeom>
          <a:noFill/>
        </p:spPr>
        <p:txBody>
          <a:bodyPr wrap="square" rtlCol="0">
            <a:spAutoFit/>
          </a:bodyPr>
          <a:lstStyle/>
          <a:p>
            <a:r>
              <a:rPr lang="en-GB" sz="3160" b="1" dirty="0">
                <a:solidFill>
                  <a:srgbClr val="000000"/>
                </a:solidFill>
                <a:latin typeface="Times New Roman" panose="02020603050405020304" pitchFamily="18" charset="0"/>
              </a:rPr>
              <a:t>MARINE GROUP ONE</a:t>
            </a:r>
            <a:endParaRPr lang="en-GB" sz="6050" dirty="0"/>
          </a:p>
        </p:txBody>
      </p:sp>
    </p:spTree>
    <p:extLst>
      <p:ext uri="{BB962C8B-B14F-4D97-AF65-F5344CB8AC3E}">
        <p14:creationId xmlns:p14="http://schemas.microsoft.com/office/powerpoint/2010/main" val="2888871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30242</TotalTime>
  <Words>729</Words>
  <Application>Microsoft Office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Garamond</vt:lpstr>
      <vt:lpstr>Helvetica</vt:lpstr>
      <vt:lpstr>Symbol</vt:lpstr>
      <vt:lpstr>Times New Roman</vt:lpstr>
      <vt:lpstr>Office Theme</vt:lpstr>
      <vt:lpstr>COMPONENTS OF VALVES Valves are made up of several different components. First is the valve body (shell), which holds all of the components together. There is a bonnet, which covers the opening. Valve trim refers to the internal parts. Valve disks are designed to throttle or stop flow Seal rings provide a seat for the disks Valve stems help control the closing of the valve </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Amoako Bernard Kofi</cp:lastModifiedBy>
  <cp:revision>157</cp:revision>
  <dcterms:created xsi:type="dcterms:W3CDTF">2016-11-07T15:28:41Z</dcterms:created>
  <dcterms:modified xsi:type="dcterms:W3CDTF">2023-05-21T23:51:36Z</dcterms:modified>
</cp:coreProperties>
</file>