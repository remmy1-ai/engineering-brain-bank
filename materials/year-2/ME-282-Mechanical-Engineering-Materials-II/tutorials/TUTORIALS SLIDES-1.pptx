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825E8-1D2E-E139-1682-33040ECA67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E97C32-42E7-BFEF-3A53-94E57E6413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E2C208-5C71-69D6-85F8-32760930409B}"/>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4F93613E-DA1F-AC6B-F164-FF5519296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01B1B-1AD2-C245-B37C-63EF1E910D86}"/>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240479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4CC47-70A1-23FD-6050-225CDD34E4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0213D5-8516-B09D-6E82-3511B77248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81370-29D7-ED5F-EB5D-4BE21696447B}"/>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DD6CD202-A058-AEE2-F2C3-94E9B3C40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D3C0A-E8B0-742F-D5D3-358B931BE2EF}"/>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124470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124C-A447-F381-FA12-558D75F3EB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E76A27-310E-2718-101D-F432CD7310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CE9E86-9811-0AEC-BADF-963631C27DEC}"/>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E8B7649B-64C5-48B3-8FC2-255C5680E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A01B4C-B14E-E3A6-69DE-BD805166C65E}"/>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3906301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A05F-7EC6-5571-EDF3-033D8BBBEE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A450E2-2A12-6BBE-26E9-3AE7F25C8B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3BA5EC-5DBA-F49E-BCF0-3D9CE7D05C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69DDDD-4595-25A5-9274-BB07272FBD13}"/>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6" name="Footer Placeholder 5">
            <a:extLst>
              <a:ext uri="{FF2B5EF4-FFF2-40B4-BE49-F238E27FC236}">
                <a16:creationId xmlns:a16="http://schemas.microsoft.com/office/drawing/2014/main" id="{951D14E8-1B15-998D-5D2D-60AD76751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669500-5C2D-25D9-AB6B-95F3790819D4}"/>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3525230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4251-B94A-62A4-6997-88AE9582F1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CC7A64-7BBA-B0B5-A92E-25DAF10FD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98EE3-2BCD-4C56-AEF6-B3088DF101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0A1B12-8C94-A0DD-9CE5-17A07FB66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3793FE-81B1-615B-A4D8-6904FC3B62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6DC634-B192-F31B-28EB-4A3FF5C31972}"/>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8" name="Footer Placeholder 7">
            <a:extLst>
              <a:ext uri="{FF2B5EF4-FFF2-40B4-BE49-F238E27FC236}">
                <a16:creationId xmlns:a16="http://schemas.microsoft.com/office/drawing/2014/main" id="{1DE40984-056A-0BEA-1073-C9D76E6763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0E8432-B696-DC9D-2236-D52D614D22FC}"/>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4081976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8518C-2E29-B8C0-B9CD-68D6FE48FF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673D15-AF7C-1F58-3640-96376E045F6C}"/>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4" name="Footer Placeholder 3">
            <a:extLst>
              <a:ext uri="{FF2B5EF4-FFF2-40B4-BE49-F238E27FC236}">
                <a16:creationId xmlns:a16="http://schemas.microsoft.com/office/drawing/2014/main" id="{871A8A66-3769-99AD-858D-F7481677F7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98534A-E5A9-D49F-EEBB-E7F21BEE807A}"/>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384828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D4794-87CA-F1DE-20AE-E9551DB5059C}"/>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3" name="Footer Placeholder 2">
            <a:extLst>
              <a:ext uri="{FF2B5EF4-FFF2-40B4-BE49-F238E27FC236}">
                <a16:creationId xmlns:a16="http://schemas.microsoft.com/office/drawing/2014/main" id="{F2AB331E-DAFF-8E37-9D80-586522F70F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D181FF-D935-1799-073E-E926F7B7D60B}"/>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72883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BAD85-33C9-85E9-55F4-E113D0E851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8B5E42-D6B5-58D8-569C-A49974858E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6BE838-8535-3701-179C-9A58AF39A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D4F336-F604-2A90-FF10-65EAFDB63B72}"/>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6" name="Footer Placeholder 5">
            <a:extLst>
              <a:ext uri="{FF2B5EF4-FFF2-40B4-BE49-F238E27FC236}">
                <a16:creationId xmlns:a16="http://schemas.microsoft.com/office/drawing/2014/main" id="{42F8EBEA-D0FF-8915-045D-7653BFD2B5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1C8BFE-CE07-5CAC-261E-C49F771C8CB3}"/>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2201515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003E-C834-D395-DE09-F98B50D44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836283-3C6A-1026-618C-F63F3078AB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37E033-1C11-E69D-FB17-808240D51E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DDF74-99E6-BAF3-B989-3429D610D85D}"/>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6" name="Footer Placeholder 5">
            <a:extLst>
              <a:ext uri="{FF2B5EF4-FFF2-40B4-BE49-F238E27FC236}">
                <a16:creationId xmlns:a16="http://schemas.microsoft.com/office/drawing/2014/main" id="{956CF650-1563-BF18-CD68-01F1320B6D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1B3623-DD3B-4051-2034-D0D2B96A0968}"/>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4270693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1D4C-0A77-9C94-AE3B-6757E77132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065F77-B383-6917-F5F6-552BC157E1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BBBD3-31A5-B2A5-ADE7-98FFD8678EC8}"/>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BDCD2998-0627-7379-5425-6EE437C8D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BD393-521E-B443-48C1-FB25CC782233}"/>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3849758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B3930A-AD3E-7F6C-BF92-D48C489A92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B7DA8-0382-D84D-B13D-74B6E25118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7C11D-9CD7-43D9-95FF-3DDEE45A2394}"/>
              </a:ext>
            </a:extLst>
          </p:cNvPr>
          <p:cNvSpPr>
            <a:spLocks noGrp="1"/>
          </p:cNvSpPr>
          <p:nvPr>
            <p:ph type="dt" sz="half" idx="10"/>
          </p:nvPr>
        </p:nvSpPr>
        <p:spPr/>
        <p:txBody>
          <a:body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C1FEAF56-AA33-1DE7-36F0-12133E07E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6DC7F6-665E-79D7-FE81-0E85A5196F90}"/>
              </a:ext>
            </a:extLst>
          </p:cNvPr>
          <p:cNvSpPr>
            <a:spLocks noGrp="1"/>
          </p:cNvSpPr>
          <p:nvPr>
            <p:ph type="sldNum" sz="quarter" idx="12"/>
          </p:nvPr>
        </p:nvSpPr>
        <p:spPr/>
        <p:txBody>
          <a:bodyPr/>
          <a:lstStyle/>
          <a:p>
            <a:fld id="{7EAC69FF-746C-4968-9E9D-D5F68C3D9596}" type="slidenum">
              <a:rPr lang="en-US" smtClean="0"/>
              <a:t>‹#›</a:t>
            </a:fld>
            <a:endParaRPr lang="en-US"/>
          </a:p>
        </p:txBody>
      </p:sp>
    </p:spTree>
    <p:extLst>
      <p:ext uri="{BB962C8B-B14F-4D97-AF65-F5344CB8AC3E}">
        <p14:creationId xmlns:p14="http://schemas.microsoft.com/office/powerpoint/2010/main" val="2459694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BF3CE-A75B-0750-A146-D4000DB34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482897-1683-6AFB-2E01-1537D7C179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FF872-5157-B904-E7EB-B3EBF00CA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104F43-6B7B-40D0-B38E-C21853E2FF74}" type="datetimeFigureOut">
              <a:rPr lang="en-US" smtClean="0"/>
              <a:t>8/29/2022</a:t>
            </a:fld>
            <a:endParaRPr lang="en-US"/>
          </a:p>
        </p:txBody>
      </p:sp>
      <p:sp>
        <p:nvSpPr>
          <p:cNvPr id="5" name="Footer Placeholder 4">
            <a:extLst>
              <a:ext uri="{FF2B5EF4-FFF2-40B4-BE49-F238E27FC236}">
                <a16:creationId xmlns:a16="http://schemas.microsoft.com/office/drawing/2014/main" id="{E6F8BFA5-4918-D4A1-97DB-6680B92225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B1053E2-6BFF-3A5C-76B8-881BE4719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C69FF-746C-4968-9E9D-D5F68C3D9596}" type="slidenum">
              <a:rPr lang="en-US" smtClean="0"/>
              <a:t>‹#›</a:t>
            </a:fld>
            <a:endParaRPr lang="en-US"/>
          </a:p>
        </p:txBody>
      </p:sp>
    </p:spTree>
    <p:extLst>
      <p:ext uri="{BB962C8B-B14F-4D97-AF65-F5344CB8AC3E}">
        <p14:creationId xmlns:p14="http://schemas.microsoft.com/office/powerpoint/2010/main" val="1844921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9BE3-6B55-210C-49D0-9350F5B6C0A2}"/>
              </a:ext>
            </a:extLst>
          </p:cNvPr>
          <p:cNvSpPr>
            <a:spLocks noGrp="1"/>
          </p:cNvSpPr>
          <p:nvPr>
            <p:ph type="ctrTitle"/>
          </p:nvPr>
        </p:nvSpPr>
        <p:spPr/>
        <p:txBody>
          <a:bodyPr>
            <a:normAutofit/>
          </a:bodyPr>
          <a:lstStyle/>
          <a:p>
            <a:r>
              <a:rPr lang="en-US" sz="8000" dirty="0">
                <a:latin typeface="Algerian" panose="04020705040A02060702" pitchFamily="82" charset="0"/>
              </a:rPr>
              <a:t>TUTORIALS</a:t>
            </a:r>
          </a:p>
        </p:txBody>
      </p:sp>
      <p:sp>
        <p:nvSpPr>
          <p:cNvPr id="3" name="Subtitle 2">
            <a:extLst>
              <a:ext uri="{FF2B5EF4-FFF2-40B4-BE49-F238E27FC236}">
                <a16:creationId xmlns:a16="http://schemas.microsoft.com/office/drawing/2014/main" id="{57A04194-4D41-B7BF-6110-F4E0106C5F44}"/>
              </a:ext>
            </a:extLst>
          </p:cNvPr>
          <p:cNvSpPr>
            <a:spLocks noGrp="1"/>
          </p:cNvSpPr>
          <p:nvPr>
            <p:ph type="subTitle" idx="1"/>
          </p:nvPr>
        </p:nvSpPr>
        <p:spPr/>
        <p:txBody>
          <a:bodyPr>
            <a:normAutofit/>
          </a:bodyPr>
          <a:lstStyle/>
          <a:p>
            <a:r>
              <a:rPr lang="en-US" sz="5400" dirty="0"/>
              <a:t>ME 282</a:t>
            </a:r>
          </a:p>
        </p:txBody>
      </p:sp>
    </p:spTree>
    <p:extLst>
      <p:ext uri="{BB962C8B-B14F-4D97-AF65-F5344CB8AC3E}">
        <p14:creationId xmlns:p14="http://schemas.microsoft.com/office/powerpoint/2010/main" val="2961457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2A10-DF50-3646-EC4B-FE97873D72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QUESTION 1</a:t>
            </a:r>
          </a:p>
        </p:txBody>
      </p:sp>
      <p:sp>
        <p:nvSpPr>
          <p:cNvPr id="3" name="Content Placeholder 2">
            <a:extLst>
              <a:ext uri="{FF2B5EF4-FFF2-40B4-BE49-F238E27FC236}">
                <a16:creationId xmlns:a16="http://schemas.microsoft.com/office/drawing/2014/main" id="{E9C745B6-8D56-2334-1055-488BC239C060}"/>
              </a:ext>
            </a:extLst>
          </p:cNvPr>
          <p:cNvSpPr>
            <a:spLocks noGrp="1"/>
          </p:cNvSpPr>
          <p:nvPr>
            <p:ph idx="1"/>
          </p:nvPr>
        </p:nvSpPr>
        <p:spPr>
          <a:xfrm>
            <a:off x="520148" y="1825625"/>
            <a:ext cx="10515600" cy="4351338"/>
          </a:xfrm>
        </p:spPr>
        <p:txBody>
          <a:bodyPr>
            <a:normAutofit/>
          </a:bodyPr>
          <a:lstStyle/>
          <a:p>
            <a:pPr marL="0" indent="0" algn="just">
              <a:lnSpc>
                <a:spcPct val="250000"/>
              </a:lnSpc>
              <a:buNone/>
            </a:pPr>
            <a:r>
              <a:rPr lang="en-US" sz="2400" dirty="0"/>
              <a:t>Compute the strain-hardening exponent n for an alloy in which a true stress of 415 MPa produces a true strain of 0.10; assume a value of 1035 MPa for K.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059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5D7E2-F4FD-6113-6323-5C24F29392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QUESTION 2</a:t>
            </a:r>
          </a:p>
        </p:txBody>
      </p:sp>
      <p:sp>
        <p:nvSpPr>
          <p:cNvPr id="4" name="Content Placeholder 3">
            <a:extLst>
              <a:ext uri="{FF2B5EF4-FFF2-40B4-BE49-F238E27FC236}">
                <a16:creationId xmlns:a16="http://schemas.microsoft.com/office/drawing/2014/main" id="{AF45C328-EF78-12CF-4A5B-9152AB6F2430}"/>
              </a:ext>
            </a:extLst>
          </p:cNvPr>
          <p:cNvSpPr>
            <a:spLocks noGrp="1"/>
          </p:cNvSpPr>
          <p:nvPr>
            <p:ph idx="1"/>
          </p:nvPr>
        </p:nvSpPr>
        <p:spPr/>
        <p:txBody>
          <a:bodyPr>
            <a:normAutofit/>
          </a:bodyPr>
          <a:lstStyle/>
          <a:p>
            <a:pPr marL="0" indent="0" algn="just">
              <a:lnSpc>
                <a:spcPct val="200000"/>
              </a:lnSpc>
              <a:buNone/>
            </a:pPr>
            <a:r>
              <a:rPr lang="en-US" dirty="0"/>
              <a:t> For a brass alloy, the stress at which plastic deformation begins is 345 MPa, and the modulus of elasticity is 103 </a:t>
            </a:r>
            <a:r>
              <a:rPr lang="en-US" dirty="0" err="1"/>
              <a:t>GPa</a:t>
            </a:r>
            <a:r>
              <a:rPr lang="en-US" dirty="0"/>
              <a:t>. </a:t>
            </a:r>
          </a:p>
          <a:p>
            <a:pPr marL="0" indent="0" algn="just">
              <a:lnSpc>
                <a:spcPct val="200000"/>
              </a:lnSpc>
              <a:buNone/>
            </a:pPr>
            <a:r>
              <a:rPr lang="en-US" dirty="0"/>
              <a:t>(a) What is the maximum load that can be applied to a specimen with a cross-sectional area of 130 mm2  without plastic deformation?</a:t>
            </a:r>
          </a:p>
        </p:txBody>
      </p:sp>
    </p:spTree>
    <p:extLst>
      <p:ext uri="{BB962C8B-B14F-4D97-AF65-F5344CB8AC3E}">
        <p14:creationId xmlns:p14="http://schemas.microsoft.com/office/powerpoint/2010/main" val="1327811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915F-C31D-C62A-D597-1D92F497411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QUESTION 3</a:t>
            </a:r>
          </a:p>
        </p:txBody>
      </p:sp>
      <p:sp>
        <p:nvSpPr>
          <p:cNvPr id="3" name="Content Placeholder 2">
            <a:extLst>
              <a:ext uri="{FF2B5EF4-FFF2-40B4-BE49-F238E27FC236}">
                <a16:creationId xmlns:a16="http://schemas.microsoft.com/office/drawing/2014/main" id="{1AED1E0A-44AE-C57E-67D5-2CC325E398BC}"/>
              </a:ext>
            </a:extLst>
          </p:cNvPr>
          <p:cNvSpPr>
            <a:spLocks noGrp="1"/>
          </p:cNvSpPr>
          <p:nvPr>
            <p:ph idx="1"/>
          </p:nvPr>
        </p:nvSpPr>
        <p:spPr>
          <a:xfrm>
            <a:off x="612913" y="1253331"/>
            <a:ext cx="10515600" cy="4351338"/>
          </a:xfrm>
        </p:spPr>
        <p:txBody>
          <a:bodyPr>
            <a:noAutofit/>
          </a:bodyPr>
          <a:lstStyle/>
          <a:p>
            <a:pPr marL="0" marR="0" indent="0" algn="just">
              <a:lnSpc>
                <a:spcPct val="200000"/>
              </a:lnSpc>
              <a:spcBef>
                <a:spcPts val="0"/>
              </a:spcBef>
              <a:spcAft>
                <a:spcPts val="800"/>
              </a:spcAft>
              <a:buNone/>
            </a:pPr>
            <a:r>
              <a:rPr lang="en-US" dirty="0"/>
              <a:t>Consider a cylindrical nickel wire 2.0 mm (0.08 in.) in diameter and 104 mm (1200 in.) long. Calculate its elongation when a load of 300 N is applied. Assume that the deformation is totally elastic with modulus 207GPa.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211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823B-4D21-ED97-8A3C-D293F5D1ABD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QUESTION 4</a:t>
            </a:r>
          </a:p>
        </p:txBody>
      </p:sp>
      <p:sp>
        <p:nvSpPr>
          <p:cNvPr id="3" name="Content Placeholder 2">
            <a:extLst>
              <a:ext uri="{FF2B5EF4-FFF2-40B4-BE49-F238E27FC236}">
                <a16:creationId xmlns:a16="http://schemas.microsoft.com/office/drawing/2014/main" id="{28F8C3A2-A085-D018-32EC-0C1E4AE64F63}"/>
              </a:ext>
            </a:extLst>
          </p:cNvPr>
          <p:cNvSpPr>
            <a:spLocks noGrp="1"/>
          </p:cNvSpPr>
          <p:nvPr>
            <p:ph idx="1"/>
          </p:nvPr>
        </p:nvSpPr>
        <p:spPr/>
        <p:txBody>
          <a:bodyPr>
            <a:normAutofit fontScale="85000" lnSpcReduction="10000"/>
          </a:bodyPr>
          <a:lstStyle/>
          <a:p>
            <a:pPr marL="0" marR="0" indent="0" algn="just">
              <a:lnSpc>
                <a:spcPct val="200000"/>
              </a:lnSpc>
              <a:spcBef>
                <a:spcPts val="0"/>
              </a:spcBef>
              <a:spcAft>
                <a:spcPts val="800"/>
              </a:spcAft>
              <a:buNone/>
            </a:pPr>
            <a:r>
              <a:rPr lang="en-US" dirty="0"/>
              <a:t>A cylindrical specimen of steel having an original diameter of 12.8 mm is tensile tested to fracture and found to have an engineering fracture strength sf of 460 MPa. If its cross-sectional diameter at fracture is 10.7 mm, determine </a:t>
            </a:r>
          </a:p>
          <a:p>
            <a:pPr marL="514350" marR="0" indent="-514350" algn="just">
              <a:lnSpc>
                <a:spcPct val="200000"/>
              </a:lnSpc>
              <a:spcBef>
                <a:spcPts val="0"/>
              </a:spcBef>
              <a:spcAft>
                <a:spcPts val="800"/>
              </a:spcAft>
              <a:buAutoNum type="alphaLcParenBoth"/>
            </a:pPr>
            <a:r>
              <a:rPr lang="en-US" dirty="0"/>
              <a:t>The ductility in terms of percentage reduction in area </a:t>
            </a:r>
          </a:p>
          <a:p>
            <a:pPr marL="514350" marR="0" indent="-514350" algn="just">
              <a:lnSpc>
                <a:spcPct val="200000"/>
              </a:lnSpc>
              <a:spcBef>
                <a:spcPts val="0"/>
              </a:spcBef>
              <a:spcAft>
                <a:spcPts val="800"/>
              </a:spcAft>
              <a:buAutoNum type="alphaLcParenBoth"/>
            </a:pPr>
            <a:r>
              <a:rPr lang="en-US"/>
              <a:t>The </a:t>
            </a:r>
            <a:r>
              <a:rPr lang="en-US" dirty="0"/>
              <a:t>true stress at fracture</a:t>
            </a:r>
          </a:p>
        </p:txBody>
      </p:sp>
    </p:spTree>
    <p:extLst>
      <p:ext uri="{BB962C8B-B14F-4D97-AF65-F5344CB8AC3E}">
        <p14:creationId xmlns:p14="http://schemas.microsoft.com/office/powerpoint/2010/main" val="490272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195</Words>
  <Application>Microsoft Office PowerPoint</Application>
  <PresentationFormat>Widescreen</PresentationFormat>
  <Paragraphs>13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Algerian</vt:lpstr>
      <vt:lpstr>Arial</vt:lpstr>
      <vt:lpstr>Calibri</vt:lpstr>
      <vt:lpstr>Calibri Light</vt:lpstr>
      <vt:lpstr>Times New Roman</vt:lpstr>
      <vt:lpstr>Office Theme</vt:lpstr>
      <vt:lpstr>TUTORIALS</vt:lpstr>
      <vt:lpstr>QUESTION 1</vt:lpstr>
      <vt:lpstr>QUESTION 2</vt:lpstr>
      <vt:lpstr>QUESTION 3</vt:lpstr>
      <vt:lpstr>QUESTION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TUTORIALS</dc:title>
  <dc:creator>Emmanuel Sey</dc:creator>
  <cp:lastModifiedBy>Emmanuel Sey</cp:lastModifiedBy>
  <cp:revision>6</cp:revision>
  <dcterms:created xsi:type="dcterms:W3CDTF">2022-07-20T18:12:25Z</dcterms:created>
  <dcterms:modified xsi:type="dcterms:W3CDTF">2022-08-29T13:34:00Z</dcterms:modified>
</cp:coreProperties>
</file>