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25E8-1D2E-E139-1682-33040ECA6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97C32-42E7-BFEF-3A53-94E57E641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2C208-5C71-69D6-85F8-32760930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3613E-DA1F-AC6B-F164-FF551929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01B1B-1AD2-C245-B37C-63EF1E91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9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CC47-70A1-23FD-6050-225CDD34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213D5-8516-B09D-6E82-3511B7724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81370-29D7-ED5F-EB5D-4BE21696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CD202-A058-AEE2-F2C3-94E9B3C4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D3C0A-E8B0-742F-D5D3-358B931B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0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124C-A447-F381-FA12-558D75F3E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76A27-310E-2718-101D-F432CD731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E9E86-9811-0AEC-BADF-963631C27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7649B-64C5-48B3-8FC2-255C5680E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01B4C-B14E-E3A6-69DE-BD805166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01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A05F-7EC6-5571-EDF3-033D8BBBE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50E2-2A12-6BBE-26E9-3AE7F25C8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BA5EC-5DBA-F49E-BCF0-3D9CE7D05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9DDDD-4595-25A5-9274-BB07272FB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D14E8-1B15-998D-5D2D-60AD7675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69500-5C2D-25D9-AB6B-95F37908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3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94251-B94A-62A4-6997-88AE9582F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C7A64-7BBA-B0B5-A92E-25DAF10FD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98EE3-2BCD-4C56-AEF6-B3088DF10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A1B12-8C94-A0DD-9CE5-17A07FB66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793FE-81B1-615B-A4D8-6904FC3B6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C634-B192-F31B-28EB-4A3FF5C3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40984-056A-0BEA-1073-C9D76E67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E8432-B696-DC9D-2236-D52D614D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7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18C-2E29-B8C0-B9CD-68D6FE48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673D15-AF7C-1F58-3640-96376E04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1A8A66-3769-99AD-858D-F7481677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98534A-E5A9-D49F-EEBB-E7F21BEE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8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D4794-87CA-F1DE-20AE-E9551DB50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B331E-DAFF-8E37-9D80-586522F70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181FF-D935-1799-073E-E926F7B7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3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AD85-33C9-85E9-55F4-E113D0E85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5E42-D6B5-58D8-569C-A49974858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BE838-8535-3701-179C-9A58AF39A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4F336-F604-2A90-FF10-65EAFDB63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F8EBEA-D0FF-8915-045D-7653BFD2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C8BFE-CE07-5CAC-261E-C49F771C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1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003E-C834-D395-DE09-F98B50D44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836283-3C6A-1026-618C-F63F3078A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7E033-1C11-E69D-FB17-808240D51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DDF74-99E6-BAF3-B989-3429D610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CF650-1563-BF18-CD68-01F1320B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B3623-DD3B-4051-2034-D0D2B96A0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93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61D4C-0A77-9C94-AE3B-6757E771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65F77-B383-6917-F5F6-552BC157E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BBBD3-31A5-B2A5-ADE7-98FFD867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D2998-0627-7379-5425-6EE437C8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BD393-521E-B443-48C1-FB25CC782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3930A-AD3E-7F6C-BF92-D48C489A9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B7DA8-0382-D84D-B13D-74B6E2511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7C11D-9CD7-43D9-95FF-3DDEE45A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EAF56-AA33-1DE7-36F0-12133E07E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DC7F6-665E-79D7-FE81-0E85A519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9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BF3CE-A75B-0750-A146-D4000DB3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82897-1683-6AFB-2E01-1537D7C17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FF872-5157-B904-E7EB-B3EBF00CA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04F43-6B7B-40D0-B38E-C21853E2FF74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8BFA5-4918-D4A1-97DB-6680B9222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53E2-6BFF-3A5C-76B8-881BE4719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C69FF-746C-4968-9E9D-D5F68C3D9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92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09BE3-6B55-210C-49D0-9350F5B6C0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latin typeface="Algerian" panose="04020705040A02060702" pitchFamily="82" charset="0"/>
              </a:rPr>
              <a:t>TUTORIALS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04194-4D41-B7BF-6110-F4E0106C5F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ME 282</a:t>
            </a:r>
          </a:p>
        </p:txBody>
      </p:sp>
    </p:spTree>
    <p:extLst>
      <p:ext uri="{BB962C8B-B14F-4D97-AF65-F5344CB8AC3E}">
        <p14:creationId xmlns:p14="http://schemas.microsoft.com/office/powerpoint/2010/main" val="296145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2A10-DF50-3646-EC4B-FE97873D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745B6-8D56-2334-1055-488BC239C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14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Convert the [111] direction into the four-index system for hexagonal crystals. </a:t>
            </a:r>
          </a:p>
          <a:p>
            <a:pPr>
              <a:lnSpc>
                <a:spcPct val="150000"/>
              </a:lnSpc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Draw this direction within a ruled-net coordinate system</a:t>
            </a:r>
          </a:p>
        </p:txBody>
      </p:sp>
    </p:spTree>
    <p:extLst>
      <p:ext uri="{BB962C8B-B14F-4D97-AF65-F5344CB8AC3E}">
        <p14:creationId xmlns:p14="http://schemas.microsoft.com/office/powerpoint/2010/main" val="105705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D7E2-F4FD-6113-6323-5C24F2939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3F3D75-90FC-ACBF-E349-67E55ACE22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723" y="1934817"/>
            <a:ext cx="7699512" cy="4606396"/>
          </a:xfrm>
        </p:spPr>
      </p:pic>
    </p:spTree>
    <p:extLst>
      <p:ext uri="{BB962C8B-B14F-4D97-AF65-F5344CB8AC3E}">
        <p14:creationId xmlns:p14="http://schemas.microsoft.com/office/powerpoint/2010/main" val="1327811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915F-C31D-C62A-D597-1D92F497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D1E0A-44AE-C57E-67D5-2CC325E39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13" y="1253331"/>
            <a:ext cx="10515600" cy="4351338"/>
          </a:xfrm>
        </p:spPr>
        <p:txBody>
          <a:bodyPr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linear density of the following directions: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5143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[110] BCC R=2.34A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5143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[111]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CC R=0.897A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5143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[-121] FCC R=0.476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5143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[011] SC R=3.42A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1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823B-4D21-ED97-8A3C-D293F5D1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8C3A2-A085-D018-32EC-0C1E4AE64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Planar density of the following planes given that R= 2.867A</a:t>
            </a:r>
            <a:r>
              <a:rPr lang="en-US" sz="2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5143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(110) FCC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(111) BCC </a:t>
            </a:r>
          </a:p>
          <a:p>
            <a:pPr marL="514350" indent="-514350">
              <a:lnSpc>
                <a:spcPct val="150000"/>
              </a:lnSpc>
              <a:buFont typeface="+mj-lt"/>
              <a:buAutoNum type="alphaLcParenR"/>
            </a:pPr>
            <a:r>
              <a:rPr lang="en-US">
                <a:latin typeface="Times New Roman" panose="02020603050405020304" pitchFamily="18" charset="0"/>
              </a:rPr>
              <a:t>(-100</a:t>
            </a:r>
            <a:r>
              <a:rPr lang="en-US" dirty="0">
                <a:latin typeface="Times New Roman" panose="02020603050405020304" pitchFamily="18" charset="0"/>
              </a:rPr>
              <a:t>) SC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27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76581-DFB7-A580-13C1-B1CBD4F8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5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504466-852B-10E4-F855-E588C2C859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9287" y="1690688"/>
            <a:ext cx="8375374" cy="4764963"/>
          </a:xfrm>
        </p:spPr>
      </p:pic>
    </p:spTree>
    <p:extLst>
      <p:ext uri="{BB962C8B-B14F-4D97-AF65-F5344CB8AC3E}">
        <p14:creationId xmlns:p14="http://schemas.microsoft.com/office/powerpoint/2010/main" val="20154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17380-36EC-CE86-7780-C8B226D1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89301-5A3A-A618-0365-9EED23314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radius of Palladium atom, given that Pd had FCC crystal structure, a density of 12.0g/cm3 and atomic weight of 106.6g/mol. [NA=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6.023x10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atoms/mol]</a:t>
            </a:r>
          </a:p>
        </p:txBody>
      </p:sp>
    </p:spTree>
    <p:extLst>
      <p:ext uri="{BB962C8B-B14F-4D97-AF65-F5344CB8AC3E}">
        <p14:creationId xmlns:p14="http://schemas.microsoft.com/office/powerpoint/2010/main" val="89824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7BBD-F94A-B5AE-2DC7-1592AC50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CEA69-DEE9-BB54-2E3B-A04C90B78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density of potassium, which has the BCC structure, is 0.855g/cm3. The atomic weight of potassium is 39.09g/mol. Take Avogadro’s constant as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6.023x10</a:t>
            </a:r>
            <a:r>
              <a:rPr lang="en-US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atoms/mol.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Lattice Parameter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 Radius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83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187</Words>
  <Application>Microsoft Office PowerPoint</Application>
  <PresentationFormat>Widescreen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Times New Roman</vt:lpstr>
      <vt:lpstr>Office Theme</vt:lpstr>
      <vt:lpstr>TUTORIALS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TUTORIALS</dc:title>
  <dc:creator>Emmanuel Sey</dc:creator>
  <cp:lastModifiedBy>Emmanuel Sey</cp:lastModifiedBy>
  <cp:revision>4</cp:revision>
  <dcterms:created xsi:type="dcterms:W3CDTF">2022-07-20T18:12:25Z</dcterms:created>
  <dcterms:modified xsi:type="dcterms:W3CDTF">2022-07-21T09:42:54Z</dcterms:modified>
</cp:coreProperties>
</file>